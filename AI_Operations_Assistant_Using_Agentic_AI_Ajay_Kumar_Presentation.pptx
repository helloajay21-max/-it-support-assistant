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1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366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6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109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338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500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645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861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919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7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8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22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70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812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312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121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945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8923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510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960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846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160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3474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298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445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432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618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890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48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0837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81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48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1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1909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053615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03492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88752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4585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0479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794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10572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4937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2849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3285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97353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82041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236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8923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0553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33080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93435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5309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497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857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882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2632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594360"/>
            <a:ext cx="11018520" cy="544068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832104"/>
            <a:ext cx="10698480" cy="5943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 dirty="0">
                <a:solidFill>
                  <a:srgbClr val="122A46"/>
                </a:solidFill>
                <a:latin typeface="Times New Roman"/>
              </a:rPr>
              <a:t>AI Operations Assistant Using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9848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 dirty="0">
                <a:solidFill>
                  <a:srgbClr val="122A46"/>
                </a:solidFill>
                <a:latin typeface="Times New Roman"/>
              </a:rPr>
              <a:t>Enterprise AI Operations Assistant • Generative AI + Agentic AI • IIT Patna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65760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Ajay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04288"/>
            <a:ext cx="4114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122A46"/>
                </a:solidFill>
                <a:latin typeface="Times New Roman"/>
              </a:rPr>
              <a:t>helloajay21@gmail.com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71800"/>
            <a:ext cx="50749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GitHub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helloajay21-max / -it-support-assistant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971800"/>
            <a:ext cx="50749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Azure Application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it-support-ajay-001.azurewebsites.net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1042416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122A46"/>
                </a:solidFill>
                <a:latin typeface="Times New Roman"/>
              </a:rPr>
              <a:t>Administrator: approvals • lifecycle • governance     |     Normal Employee: self-service • tickets • VPN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42416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122A46"/>
                </a:solidFill>
                <a:latin typeface="Times New Roman"/>
              </a:rPr>
              <a:t>LangGraph • LangChain • MCP • Streamlit • Azure OpenAI • Docker • ACR • Azure App Service • GitHub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122A46"/>
                </a:solidFill>
                <a:latin typeface="Times New Roman"/>
              </a:rPr>
              <a:t>AI Operations Assistant • Ajay Kumar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>
                <a:solidFill>
                  <a:srgbClr val="122A46"/>
                </a:solidFill>
                <a:latin typeface="Times New Roman"/>
              </a:rPr>
              <a:t>Business 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 secure, multi-user, role-governed agentic workflow for enterprise IT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0352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Business Challenge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IT support requires secure login, employee lookup, ticket management, VPN support and profile actions. Different permissions are required for administrators and normal employees.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30352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Solution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The assistant authenticates users, identifies their role, routes requests through LangGraph and executes only authorized capabilities through MCP and enterprise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ROLE-AWARE OPERATING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66160"/>
            <a:ext cx="32461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Administrator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Approve • register • manage • delete • govern tickets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566160"/>
            <a:ext cx="32461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Normal Employee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Profile • password • permitted tickets • VPN self-service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3566160"/>
            <a:ext cx="32461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Agentic Control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Authenticate → identify role → authorize → execute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4041648"/>
            <a:ext cx="457200" cy="0"/>
          </a:xfrm>
          <a:prstGeom prst="line">
            <a:avLst/>
          </a:prstGeom>
          <a:ln w="2286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26679" y="4041648"/>
            <a:ext cx="457200" cy="0"/>
          </a:xfrm>
          <a:prstGeom prst="line">
            <a:avLst/>
          </a:prstGeom>
          <a:ln w="22860">
            <a:solidFill>
              <a:srgbClr val="008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983480"/>
            <a:ext cx="10332720" cy="6400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Outcome: one conversational interface with different permissions, visibility and operational actions based on the authenticated user role.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AI Operations Assistant • Ajay Kumar |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6FAF"/>
                </a:solidFill>
              </a:defRPr>
            </a:pPr>
            <a:r>
              <a:t>Enterprise focus: MFA • RBAC • governed DB operations • tickets • employee lifecycle • VPN • 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>
                <a:solidFill>
                  <a:srgbClr val="122A46"/>
                </a:solidFill>
                <a:latin typeface="Times New Roman"/>
              </a:rPr>
              <a:t>Agentic AI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Authentication, role governance, LangGraph, MCP and Azure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SECURE REQUEST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78308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Secure Access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Signup / login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2029968"/>
            <a:ext cx="548640" cy="0"/>
          </a:xfrm>
          <a:prstGeom prst="line">
            <a:avLst/>
          </a:prstGeom>
          <a:ln w="2286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71800" y="1600200"/>
            <a:ext cx="178308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Role &amp; RBAC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Admin / Employee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80" y="2029968"/>
            <a:ext cx="548640" cy="0"/>
          </a:xfrm>
          <a:prstGeom prst="line">
            <a:avLst/>
          </a:prstGeom>
          <a:ln w="22860">
            <a:solidFill>
              <a:srgbClr val="E182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03520" y="1600200"/>
            <a:ext cx="178308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LangGraph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Intent + state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86600" y="2029968"/>
            <a:ext cx="548640" cy="0"/>
          </a:xfrm>
          <a:prstGeom prst="line">
            <a:avLst/>
          </a:prstGeom>
          <a:ln w="22860">
            <a:solidFill>
              <a:srgbClr val="2D6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35240" y="1600200"/>
            <a:ext cx="178308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MCP / Tools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Governed actions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19" y="2029968"/>
            <a:ext cx="548641" cy="0"/>
          </a:xfrm>
          <a:prstGeom prst="line">
            <a:avLst/>
          </a:prstGeom>
          <a:ln w="22860">
            <a:solidFill>
              <a:srgbClr val="309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60" y="1600200"/>
            <a:ext cx="178308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Enterprise Services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DB • AI •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ROLE-BASED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32461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Administrator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Approvals • employee lifecycle • deletion • ticket governance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246120"/>
            <a:ext cx="32461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Normal Employee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Own profile • password • permitted tickets • VPN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246120"/>
            <a:ext cx="32461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Shared Foundation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LangGraph • MCP • DB • Azure OpenAI •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CONTROL 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324612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Authentication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Hashed passwords + protected admin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937760"/>
            <a:ext cx="324612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Authorization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Sensitive tools restricted by role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937760"/>
            <a:ext cx="324612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Data Safety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Current employee/ticket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AI Operations Assistant • Ajay Kumar |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6FAF"/>
                </a:solidFill>
              </a:defRPr>
            </a:pPr>
            <a:r>
              <a:t>AI reliability layer: Hybrid RAG (BM25 + semantic/n-gram + RRF) • source citations • grounding checks • prompt-injection guardrails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>
                <a:solidFill>
                  <a:srgbClr val="122A46"/>
                </a:solidFill>
                <a:latin typeface="Times New Roman"/>
              </a:rPr>
              <a:t>Intelligent Ticket Creation &amp; Employee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Real-time employee creation, current mapping and role-aware ticket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TICKET REQUEST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82880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1. Authenticate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Current signed-in user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31720" y="2103120"/>
            <a:ext cx="457200" cy="0"/>
          </a:xfrm>
          <a:prstGeom prst="line">
            <a:avLst/>
          </a:prstGeom>
          <a:ln w="22860">
            <a:solidFill>
              <a:srgbClr val="008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645920"/>
            <a:ext cx="182880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2. Authorize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Role + permission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17720" y="2103120"/>
            <a:ext cx="457200" cy="0"/>
          </a:xfrm>
          <a:prstGeom prst="line">
            <a:avLst/>
          </a:prstGeom>
          <a:ln w="2286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1645920"/>
            <a:ext cx="182880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3. Resolve Employee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Current EMP#### mapping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03720" y="2103120"/>
            <a:ext cx="457200" cy="0"/>
          </a:xfrm>
          <a:prstGeom prst="line">
            <a:avLst/>
          </a:prstGeom>
          <a:ln w="22860">
            <a:solidFill>
              <a:srgbClr val="2D6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60920" y="1645920"/>
            <a:ext cx="182880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4. Create if Missing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Generate + persist EMP####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9720" y="2103120"/>
            <a:ext cx="457200" cy="0"/>
          </a:xfrm>
          <a:prstGeom prst="line">
            <a:avLst/>
          </a:prstGeom>
          <a:ln w="22860">
            <a:solidFill>
              <a:srgbClr val="309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1645920"/>
            <a:ext cx="182880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5. Ticket Action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Create / view / manage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33375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Real-Time Employee Creation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If the employee is missing, create and persist the employee before completing the ticket.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154680"/>
            <a:ext cx="33375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Mapping Safety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Use the current employee record to avoid stale or invalid employee IDs.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154680"/>
            <a:ext cx="33375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Visibility Control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Return only the employee/ticket information allowed for the current role.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10241280" cy="6858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Result: Authenticated User → Authorization → Current Employee → DB Validation/Update → Governed Ticket Action →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AI Operations Assistant • Ajay Kumar |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97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6FAF"/>
                </a:solidFill>
              </a:defRPr>
            </a:pPr>
            <a:r>
              <a:t>Governed workflow: ticket creation request → authorization/approval → DB persistence → notification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>
                <a:solidFill>
                  <a:srgbClr val="122A46"/>
                </a:solidFill>
                <a:latin typeface="Times New Roman"/>
              </a:rPr>
              <a:t>Multi-User Employee Lifecycle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Administrator governance and normal-employee self-service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ROLE RESPONSIBILITIES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Normal Employee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Update own contact information and password; access permitted support functions.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3375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Administrator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Approve/reject registration; manage lifecycle; deactivate or delete; govern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3375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Shared Identity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Unique EMP####, role, profile and current database mapping.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EMPLOYEE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91840"/>
            <a:ext cx="196596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Register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Required fields + unique email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675887"/>
            <a:ext cx="320040" cy="0"/>
          </a:xfrm>
          <a:prstGeom prst="line">
            <a:avLst/>
          </a:prstGeom>
          <a:ln w="22860">
            <a:solidFill>
              <a:srgbClr val="2D6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3291840"/>
            <a:ext cx="196596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Approve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Admin governance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3675887"/>
            <a:ext cx="320040" cy="0"/>
          </a:xfrm>
          <a:prstGeom prst="line">
            <a:avLst/>
          </a:prstGeom>
          <a:ln w="2286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3291840"/>
            <a:ext cx="196596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Generate ID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Unique EMP####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0" y="3675887"/>
            <a:ext cx="320040" cy="0"/>
          </a:xfrm>
          <a:prstGeom prst="line">
            <a:avLst/>
          </a:prstGeom>
          <a:ln w="22860">
            <a:solidFill>
              <a:srgbClr val="309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360" y="3291840"/>
            <a:ext cx="196596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Persist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Safe DB write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18320" y="3675887"/>
            <a:ext cx="320040" cy="0"/>
          </a:xfrm>
          <a:prstGeom prst="line">
            <a:avLst/>
          </a:prstGeom>
          <a:ln w="22860">
            <a:solidFill>
              <a:srgbClr val="E182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38360" y="3291840"/>
            <a:ext cx="196596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Operate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Role-based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315468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Soft Deactivation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Admin-only; preserve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4572000"/>
            <a:ext cx="315468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Hard Deletion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Admin-only; cleanup + safety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572000"/>
            <a:ext cx="315468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Self-Service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Normal employee profile/password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AI Operations Assistant • Ajay Kumar |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97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6FAF"/>
                </a:solidFill>
              </a:defRPr>
            </a:pPr>
            <a:r>
              <a:t>Identity controls: Email MFA • password hashing • protected admin • secure reset tokens • role-based visibility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>
                <a:solidFill>
                  <a:srgbClr val="122A46"/>
                </a:solidFill>
                <a:latin typeface="Times New Roman"/>
              </a:rPr>
              <a:t>MCP &amp; Tool Integration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Role-governed access to operational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GOVERNED TOOL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2402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LangGraph Agent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Intent • state • role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103120"/>
            <a:ext cx="548640" cy="0"/>
          </a:xfrm>
          <a:prstGeom prst="line">
            <a:avLst/>
          </a:prstGeom>
          <a:ln w="22860">
            <a:solidFill>
              <a:srgbClr val="2D6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645920"/>
            <a:ext cx="22402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Authorization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Role + permission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2103120"/>
            <a:ext cx="548640" cy="0"/>
          </a:xfrm>
          <a:prstGeom prst="line">
            <a:avLst/>
          </a:prstGeom>
          <a:ln w="2286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63640" y="1645920"/>
            <a:ext cx="22402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MCP / Tool Layer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Governed capability access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2103120"/>
            <a:ext cx="548639" cy="0"/>
          </a:xfrm>
          <a:prstGeom prst="line">
            <a:avLst/>
          </a:prstGeom>
          <a:ln w="22860">
            <a:solidFill>
              <a:srgbClr val="E182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59" y="1645920"/>
            <a:ext cx="22402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Enterprise Services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DB • KB • Email • Azure OpenAI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51663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Administrator Tools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Approve/reject • employee lifecycle • deletion • ticket governance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154680"/>
            <a:ext cx="51663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Normal Employee Tools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Own profile • password • permitted tickets • VPN self-service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024128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CD4848"/>
                </a:solidFill>
                <a:latin typeface="Times New Roman"/>
              </a:rPr>
              <a:t>Sensitive and destructive tools are blocked unless the authenticated role is authorized.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83480"/>
            <a:ext cx="29260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Knowledge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Search IT guidance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983480"/>
            <a:ext cx="29260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Ticket Tools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Lookup • create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983480"/>
            <a:ext cx="29260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VPN / Email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Setup • secure 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AI Operations Assistant • Ajay Kumar |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97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6FAF"/>
                </a:solidFill>
              </a:defRPr>
            </a:pPr>
            <a:r>
              <a:t>Operational tools: Knowledge • Tickets • Employees • VPN first-time setup/reset • Email notifications • controlled DB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>
                <a:solidFill>
                  <a:srgbClr val="122A46"/>
                </a:solidFill>
                <a:latin typeface="Times New Roman"/>
              </a:rPr>
              <a:t>Containerization &amp;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Reproducible Docker delivery with protected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69848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DELIVERY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874519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Source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GitHub repository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39" y="2057400"/>
            <a:ext cx="411481" cy="0"/>
          </a:xfrm>
          <a:prstGeom prst="line">
            <a:avLst/>
          </a:prstGeom>
          <a:ln w="22860">
            <a:solidFill>
              <a:srgbClr val="2D6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645920"/>
            <a:ext cx="1874519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Dockerfile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Base image + dependencies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2057400"/>
            <a:ext cx="411480" cy="0"/>
          </a:xfrm>
          <a:prstGeom prst="line">
            <a:avLst/>
          </a:prstGeom>
          <a:ln w="22860">
            <a:solidFill>
              <a:srgbClr val="E182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1645920"/>
            <a:ext cx="1874519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Build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Application image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40" y="2057400"/>
            <a:ext cx="411480" cy="0"/>
          </a:xfrm>
          <a:prstGeom prst="line">
            <a:avLst/>
          </a:prstGeom>
          <a:ln w="22860">
            <a:solidFill>
              <a:srgbClr val="309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60920" y="1645920"/>
            <a:ext cx="1874519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Registry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Push to ACR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35440" y="2057400"/>
            <a:ext cx="411480" cy="0"/>
          </a:xfrm>
          <a:prstGeom prst="line">
            <a:avLst/>
          </a:prstGeom>
          <a:ln w="22860">
            <a:solidFill>
              <a:srgbClr val="009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1645920"/>
            <a:ext cx="1874519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Deploy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Azure App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54680"/>
            <a:ext cx="33375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Environment Secrets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DB, SMTP and AI configuration supplied securely at runtime.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154680"/>
            <a:ext cx="33375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Secure SMTP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VPN setup and reset emails use controlled SMTP configuration.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154680"/>
            <a:ext cx="33375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Safe Startup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Production startup/pruning and duplicate cleanup protect DB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DEPLOYMENT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241280" cy="6400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Code → Docker Image → Azure Container Registry → Azure App Service → Live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AI Operations Assistant • Ajay Kumar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>
                <a:solidFill>
                  <a:srgbClr val="122A46"/>
                </a:solidFill>
                <a:latin typeface="Times New Roman"/>
              </a:rPr>
              <a:t>Azure Cloud 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Deployment pipeline, secure application flow and Azure service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1. DEPLOYMENT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0574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GitHub Actions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Build + deploy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17320"/>
            <a:ext cx="214884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Azure Container Registry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Docker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23317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Azure App Service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Running workload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17320"/>
            <a:ext cx="23317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Live Web Endpoint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User access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1773936"/>
            <a:ext cx="411480" cy="0"/>
          </a:xfrm>
          <a:prstGeom prst="line">
            <a:avLst/>
          </a:prstGeom>
          <a:ln w="21590">
            <a:solidFill>
              <a:srgbClr val="2D6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1773936"/>
            <a:ext cx="411480" cy="0"/>
          </a:xfrm>
          <a:prstGeom prst="line">
            <a:avLst/>
          </a:prstGeom>
          <a:ln w="21590">
            <a:solidFill>
              <a:srgbClr val="E182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1773936"/>
            <a:ext cx="457200" cy="0"/>
          </a:xfrm>
          <a:prstGeom prst="line">
            <a:avLst/>
          </a:prstGeom>
          <a:ln w="21590">
            <a:solidFill>
              <a:srgbClr val="309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2450592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2. SECURE APPLICATION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20574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User Request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Browser / web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788920"/>
            <a:ext cx="214884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Secure Access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Login +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2788920"/>
            <a:ext cx="23317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LangGraph Agent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Intent + state + 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788920"/>
            <a:ext cx="23317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MCP / Tool Layer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Authorized tool calls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60320" y="3191256"/>
            <a:ext cx="411480" cy="0"/>
          </a:xfrm>
          <a:prstGeom prst="line">
            <a:avLst/>
          </a:prstGeom>
          <a:ln w="21590">
            <a:solidFill>
              <a:srgbClr val="008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20640" y="3191256"/>
            <a:ext cx="411480" cy="0"/>
          </a:xfrm>
          <a:prstGeom prst="line">
            <a:avLst/>
          </a:prstGeom>
          <a:ln w="2159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3191256"/>
            <a:ext cx="457200" cy="0"/>
          </a:xfrm>
          <a:prstGeom prst="line">
            <a:avLst/>
          </a:prstGeom>
          <a:ln w="21590">
            <a:solidFill>
              <a:srgbClr val="2D6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3913632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3. AZURE / ENTERPRISE SERVICE 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6225" y="4014216"/>
            <a:ext cx="25146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Azure OpenAI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LLM inference / agent reasoning</a:t>
            </a:r>
          </a:p>
        </p:txBody>
      </p:sp>
      <p:cxnSp>
        <p:nvCxnSpPr>
          <p:cNvPr id="23" name="Connector 22"/>
          <p:cNvCxnSpPr>
            <a:cxnSpLocks/>
            <a:endCxn id="22" idx="0"/>
          </p:cNvCxnSpPr>
          <p:nvPr/>
        </p:nvCxnSpPr>
        <p:spPr>
          <a:xfrm>
            <a:off x="6697980" y="3593592"/>
            <a:ext cx="15545" cy="420624"/>
          </a:xfrm>
          <a:prstGeom prst="line">
            <a:avLst/>
          </a:prstGeom>
          <a:ln w="21590">
            <a:solidFill>
              <a:srgbClr val="009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75320" y="4041648"/>
            <a:ext cx="242316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Operational Tool Gateway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DB + Email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86900" y="3593592"/>
            <a:ext cx="0" cy="448056"/>
          </a:xfrm>
          <a:prstGeom prst="line">
            <a:avLst/>
          </a:prstGeom>
          <a:ln w="21590">
            <a:solidFill>
              <a:srgbClr val="E182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60920" y="489204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Operational DB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Users • employees • tickets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489204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Email Service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VPN setup / reset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343900" y="4572000"/>
            <a:ext cx="800100" cy="320040"/>
          </a:xfrm>
          <a:prstGeom prst="line">
            <a:avLst/>
          </a:prstGeom>
          <a:ln w="21590">
            <a:solidFill>
              <a:srgbClr val="309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012680" y="4572000"/>
            <a:ext cx="617220" cy="320040"/>
          </a:xfrm>
          <a:prstGeom prst="line">
            <a:avLst/>
          </a:prstGeom>
          <a:ln w="2159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4370" y="4215384"/>
            <a:ext cx="23317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Monitoring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Application/runtime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5" y="5212080"/>
            <a:ext cx="23317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 dirty="0">
                <a:solidFill>
                  <a:srgbClr val="E18228"/>
                </a:solidFill>
                <a:latin typeface="Times New Roman"/>
              </a:rPr>
              <a:t>Observes runtime health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454396"/>
            <a:ext cx="3490265" cy="873252"/>
          </a:xfrm>
          <a:prstGeom prst="roundRect">
            <a:avLst/>
          </a:prstGeom>
          <a:solidFill>
            <a:srgbClr val="F7FAFD"/>
          </a:solid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Architecture relationships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• LangGraph → Azure OpenAI for reasoning.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• MCP → DB / Email for operational actions.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• Monitoring observes application/runtime health.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6260" y="6025896"/>
            <a:ext cx="7452360" cy="384048"/>
          </a:xfrm>
          <a:prstGeom prst="roundRect">
            <a:avLst/>
          </a:prstGeom>
          <a:solidFill>
            <a:srgbClr val="F7FAFD"/>
          </a:solid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sz="1200" b="1" dirty="0">
                <a:solidFill>
                  <a:srgbClr val="122A46"/>
                </a:solidFill>
                <a:latin typeface="Times New Roman"/>
              </a:rPr>
              <a:t>Deployment: GitHub Actions → ACR → Azure App Service → Live Web Endpoint (it-support-ajay-001.azurewebsites.net)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AI Operations Assistant • Ajay Kumar | Azure deployment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>
                <a:solidFill>
                  <a:srgbClr val="122A46"/>
                </a:solidFill>
                <a:latin typeface="Times New Roman"/>
              </a:rPr>
              <a:t>Core Capabilities by User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One assistant with role-specific access and shared agentic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NORMAL EMPLOYEE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3317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Profile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Contact + password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00200"/>
            <a:ext cx="23317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Tickets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Permitted requests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23317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VPN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Setup + reset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59" y="1600200"/>
            <a:ext cx="23317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Knowledge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IT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ADMINISTRATOR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23317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Registration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Approve / reject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154680"/>
            <a:ext cx="23317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Employees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Manage / deactivate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54680"/>
            <a:ext cx="23317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Tickets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Govern /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3154680"/>
            <a:ext cx="23317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Deletion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Admin-only cleanup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SHARED AGENTIC FOUNDATION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709160"/>
            <a:ext cx="233172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LangGraph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Routing +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4709160"/>
            <a:ext cx="233172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MCP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Tool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709160"/>
            <a:ext cx="233172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Database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Current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4709160"/>
            <a:ext cx="233172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Azure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AI +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AI Operations Assistant • Ajay Kumar |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6FAF"/>
                </a:solidFill>
              </a:defRPr>
            </a:pPr>
            <a:r>
              <a:t>AI engineering: Hybrid RAG + RRF • citations/grounding • guardrails • hallucination checks • automated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>
                <a:solidFill>
                  <a:srgbClr val="122A46"/>
                </a:solidFill>
                <a:latin typeface="Times New Roman"/>
              </a:rPr>
              <a:t>Security, Governance &amp; Production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Controls for identity, authorization, credentials, data and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Identity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Signup/login • Email MFA • hashed passwords • protected 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246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RBAC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Admin approval • employee self-service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246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Credentials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One-time reset token • expiry • VPN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3246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Database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Duplicate cleanup • safe startup • valid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88920"/>
            <a:ext cx="3246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Email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Controlled SMTP • password 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788920"/>
            <a:ext cx="3246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Observability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Authentication • tools • errors • latency • request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ROLE-AWARE SECURITY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46320"/>
            <a:ext cx="182880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Login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5138928"/>
            <a:ext cx="411480" cy="0"/>
          </a:xfrm>
          <a:prstGeom prst="line">
            <a:avLst/>
          </a:prstGeom>
          <a:ln w="2286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6080" y="4846320"/>
            <a:ext cx="182880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Role / RBAC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0" y="5138928"/>
            <a:ext cx="411480" cy="0"/>
          </a:xfrm>
          <a:prstGeom prst="line">
            <a:avLst/>
          </a:prstGeom>
          <a:ln w="22860">
            <a:solidFill>
              <a:srgbClr val="E182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60" y="4846320"/>
            <a:ext cx="182880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Authorize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95160" y="5138928"/>
            <a:ext cx="411480" cy="0"/>
          </a:xfrm>
          <a:prstGeom prst="line">
            <a:avLst/>
          </a:prstGeom>
          <a:ln w="22860">
            <a:solidFill>
              <a:srgbClr val="2D6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06640" y="4846320"/>
            <a:ext cx="182880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Execute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35440" y="5138928"/>
            <a:ext cx="411480" cy="0"/>
          </a:xfrm>
          <a:prstGeom prst="line">
            <a:avLst/>
          </a:prstGeom>
          <a:ln w="22860">
            <a:solidFill>
              <a:srgbClr val="309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4846320"/>
            <a:ext cx="182880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5C6A7A"/>
                </a:solidFill>
                <a:latin typeface="Times New Roman"/>
              </a:rPr>
              <a:t>AI Operations Assistant • Ajay Kumar |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806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6FAF"/>
                </a:solidFill>
              </a:defRPr>
            </a:pPr>
            <a:r>
              <a:t>Production engineering: structured JSON logs • PII-safe logging • p50/p95 latency • automated tests • guardrail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600" b="1">
                <a:solidFill>
                  <a:srgbClr val="FFFFFF"/>
                </a:solidFill>
                <a:latin typeface="Times New Roman"/>
              </a:rPr>
              <a:t>Project Summary &amp; Key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>
                <a:solidFill>
                  <a:srgbClr val="D7E1EE"/>
                </a:solidFill>
                <a:latin typeface="Times New Roman"/>
              </a:rPr>
              <a:t>A secure multi-user AI operations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Administrator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Governed operational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46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Normal Employee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Secure self-service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417320"/>
            <a:ext cx="3246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Agentic Platform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LangGraph + MCP + Azure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874519"/>
            <a:ext cx="548640" cy="0"/>
          </a:xfrm>
          <a:prstGeom prst="line">
            <a:avLst/>
          </a:prstGeom>
          <a:ln w="2286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26679" y="1874519"/>
            <a:ext cx="548641" cy="0"/>
          </a:xfrm>
          <a:prstGeom prst="line">
            <a:avLst/>
          </a:prstGeom>
          <a:ln w="22860">
            <a:solidFill>
              <a:srgbClr val="008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834640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KEY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251460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Secure Access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Multi-user authentication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246120"/>
            <a:ext cx="251460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Role Governance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Admin vs employee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246120"/>
            <a:ext cx="251460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Operational AI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Tickets • employees • VPN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246120"/>
            <a:ext cx="251460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just"/>
            <a:r>
              <a:rPr sz="1200" b="1">
                <a:solidFill>
                  <a:srgbClr val="122A46"/>
                </a:solidFill>
                <a:latin typeface="Times New Roman"/>
              </a:rPr>
              <a:t>Cloud Delivery</a:t>
            </a:r>
          </a:p>
          <a:p>
            <a:pPr algn="just"/>
            <a:r>
              <a:rPr sz="1200">
                <a:solidFill>
                  <a:srgbClr val="5C6A7A"/>
                </a:solidFill>
                <a:latin typeface="Times New Roman"/>
              </a:rPr>
              <a:t>Docker • ACR • Azure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24128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1" dirty="0">
                <a:latin typeface="Times New Roman"/>
              </a:rPr>
              <a:t>Login → Role → Authorization → Agentic Routing → MCP / Tools → DB / AI / Email → Controlled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241280" cy="44114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700" b="1" dirty="0">
                <a:solidFill>
                  <a:srgbClr val="126FAF"/>
                </a:solidFill>
              </a:rPr>
              <a:t>IIT Patna Capstone Evaluation</a:t>
            </a:r>
          </a:p>
          <a:p>
            <a:pPr algn="ctr"/>
            <a:r>
              <a:rPr sz="1000" b="1" dirty="0"/>
              <a:t>GitHub: github.com/helloajay21-max/-it-support-assistant  |  Live: it-support-ajay-001.azurewebsites.net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sz="1200" b="0" dirty="0">
                <a:latin typeface="Times New Roman"/>
              </a:rPr>
              <a:t>AI Operations Assistant • Ajay Kumar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14</TotalTime>
  <Words>1332</Words>
  <Application>Microsoft Office PowerPoint</Application>
  <PresentationFormat>Widescreen</PresentationFormat>
  <Paragraphs>264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Arial Nova Light</vt:lpstr>
      <vt:lpstr>Haettenschweiler</vt:lpstr>
      <vt:lpstr>Times New Roman</vt:lpstr>
      <vt:lpstr>Trade Gothic Next Light</vt:lpstr>
      <vt:lpstr>Editorial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Operations Assistant Using Agentic AI — IIT Patna Capstone</dc:title>
  <dc:subject>Generative AI and Agentic AI enterprise IT operations assistant</dc:subject>
  <dc:creator>Ajay Kumar</dc:creator>
  <cp:keywords>Generative AI, Agentic AI, IIT Patna, LangGraph, RAG, Azure, CI/CD, MFA</cp:keywords>
  <dc:description>generated using python-pptx</dc:description>
  <cp:lastModifiedBy>Ajay Kumar</cp:lastModifiedBy>
  <cp:revision>6</cp:revision>
  <dcterms:created xsi:type="dcterms:W3CDTF">2013-01-27T09:14:16Z</dcterms:created>
  <dcterms:modified xsi:type="dcterms:W3CDTF">2026-10-03T13:17:58Z</dcterms:modified>
  <cp:category/>
</cp:coreProperties>
</file>