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716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7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1033272"/>
            <a:ext cx="5892073" cy="389534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40" y="5733288"/>
            <a:ext cx="5892071" cy="7955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31152" y="793817"/>
            <a:ext cx="5260848" cy="6064181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38587" y="207982"/>
            <a:ext cx="2662798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2C2C7B-6B47-4A5B-B24C-B316964ABE62}"/>
              </a:ext>
            </a:extLst>
          </p:cNvPr>
          <p:cNvCxnSpPr>
            <a:cxnSpLocks/>
          </p:cNvCxnSpPr>
          <p:nvPr/>
        </p:nvCxnSpPr>
        <p:spPr>
          <a:xfrm flipV="1">
            <a:off x="6929823" y="789558"/>
            <a:ext cx="0" cy="606844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2355F-80FD-3956-F8D4-9DF4073D0E2E}"/>
              </a:ext>
            </a:extLst>
          </p:cNvPr>
          <p:cNvCxnSpPr>
            <a:cxnSpLocks/>
          </p:cNvCxnSpPr>
          <p:nvPr/>
        </p:nvCxnSpPr>
        <p:spPr>
          <a:xfrm>
            <a:off x="0" y="5420250"/>
            <a:ext cx="6929823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4DD8B2-0D73-EB9B-9708-67DF28E40F96}"/>
              </a:ext>
            </a:extLst>
          </p:cNvPr>
          <p:cNvCxnSpPr>
            <a:cxnSpLocks/>
          </p:cNvCxnSpPr>
          <p:nvPr/>
        </p:nvCxnSpPr>
        <p:spPr>
          <a:xfrm>
            <a:off x="0" y="791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7366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12648"/>
            <a:ext cx="11253668" cy="1106424"/>
          </a:xfrm>
        </p:spPr>
        <p:txBody>
          <a:bodyPr/>
          <a:lstStyle>
            <a:lvl1pPr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9" y="2139696"/>
            <a:ext cx="11253668" cy="42885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D457B6E-DC25-9A54-64F7-98703149B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49DF708-DA4E-D117-5CE8-7401A836F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1AE2728-8254-BE0F-89AB-2D5352D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93DFD8D-B66E-C844-B523-E3C51265F5EA}"/>
              </a:ext>
            </a:extLst>
          </p:cNvPr>
          <p:cNvCxnSpPr>
            <a:cxnSpLocks/>
          </p:cNvCxnSpPr>
          <p:nvPr/>
        </p:nvCxnSpPr>
        <p:spPr>
          <a:xfrm>
            <a:off x="0" y="1805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336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223554"/>
            <a:ext cx="11430000" cy="914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6083090"/>
            <a:ext cx="11429999" cy="5669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50694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ABE8472-319C-7663-7B71-2A6549DED7EF}"/>
              </a:ext>
            </a:extLst>
          </p:cNvPr>
          <p:cNvCxnSpPr>
            <a:cxnSpLocks/>
          </p:cNvCxnSpPr>
          <p:nvPr/>
        </p:nvCxnSpPr>
        <p:spPr>
          <a:xfrm>
            <a:off x="0" y="5068350"/>
            <a:ext cx="12188952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1093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758952"/>
            <a:ext cx="7589520" cy="408736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9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5404104"/>
            <a:ext cx="11515277" cy="5760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54496"/>
            <a:ext cx="296369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921742" y="6254496"/>
            <a:ext cx="167964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54496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5C310B-ED34-BA33-630C-F8D5EB2A41A2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6B77E3C-9D50-9277-C646-D9B5AB8122BB}"/>
              </a:ext>
            </a:extLst>
          </p:cNvPr>
          <p:cNvCxnSpPr>
            <a:cxnSpLocks/>
          </p:cNvCxnSpPr>
          <p:nvPr/>
        </p:nvCxnSpPr>
        <p:spPr>
          <a:xfrm>
            <a:off x="0" y="527477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3388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Pr>
        <a:solidFill>
          <a:srgbClr val="C835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77CE2-4402-942B-FD26-6E29BDAB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" y="1435608"/>
            <a:ext cx="11594592" cy="5559552"/>
          </a:xfrm>
        </p:spPr>
        <p:txBody>
          <a:bodyPr anchor="b">
            <a:normAutofit/>
          </a:bodyPr>
          <a:lstStyle>
            <a:lvl1pPr>
              <a:lnSpc>
                <a:spcPct val="67000"/>
              </a:lnSpc>
              <a:defRPr sz="14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C3F3D2-CADD-A94F-6739-CCCDA6C6F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C541E-3AF5-9564-CE04-E4B86459D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772A7-7F28-0EB0-D243-BCC6917DA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716D65-B11C-E9B7-66BF-88E72C5DCEBA}"/>
              </a:ext>
            </a:extLst>
          </p:cNvPr>
          <p:cNvCxnSpPr>
            <a:cxnSpLocks/>
          </p:cNvCxnSpPr>
          <p:nvPr/>
        </p:nvCxnSpPr>
        <p:spPr>
          <a:xfrm>
            <a:off x="0" y="783822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75006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7" y="886968"/>
            <a:ext cx="11405277" cy="1170432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599C6D-D164-AA94-72F8-241C18719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4881" y="2832652"/>
            <a:ext cx="6893719" cy="3508951"/>
          </a:xfrm>
        </p:spPr>
        <p:txBody>
          <a:bodyPr anchor="t"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50CAA-07B2-F8CA-1425-4249CE17A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DEAD866-E26E-BF23-7B5D-9F689B2FA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AC7CAE-FC19-2728-AA3B-1D2FE7879B25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1B3592-91FB-05F4-B422-A40D7CD4DE2D}"/>
              </a:ext>
            </a:extLst>
          </p:cNvPr>
          <p:cNvCxnSpPr>
            <a:cxnSpLocks/>
          </p:cNvCxnSpPr>
          <p:nvPr/>
        </p:nvCxnSpPr>
        <p:spPr>
          <a:xfrm>
            <a:off x="0" y="800100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46458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6944" y="521208"/>
            <a:ext cx="6647688" cy="1865376"/>
          </a:xfrm>
        </p:spPr>
        <p:txBody>
          <a:bodyPr>
            <a:normAutofit/>
          </a:bodyPr>
          <a:lstStyle>
            <a:lvl1pPr>
              <a:defRPr sz="8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D3A4126-4E48-DD2C-1468-6A36AE6C1D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7320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6943" y="2651760"/>
            <a:ext cx="6327648" cy="3547872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1899" y="21031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73511" y="210312"/>
            <a:ext cx="1679642" cy="41148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633BE4-C9B9-310C-1EAE-191B5D344B59}"/>
              </a:ext>
            </a:extLst>
          </p:cNvPr>
          <p:cNvCxnSpPr>
            <a:cxnSpLocks/>
          </p:cNvCxnSpPr>
          <p:nvPr/>
        </p:nvCxnSpPr>
        <p:spPr>
          <a:xfrm>
            <a:off x="4923916" y="2452449"/>
            <a:ext cx="7268084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A010762-96A4-4E1C-CD5D-EE1C1D1FC6E2}"/>
              </a:ext>
            </a:extLst>
          </p:cNvPr>
          <p:cNvCxnSpPr>
            <a:cxnSpLocks/>
          </p:cNvCxnSpPr>
          <p:nvPr/>
        </p:nvCxnSpPr>
        <p:spPr>
          <a:xfrm flipV="1">
            <a:off x="4923916" y="0"/>
            <a:ext cx="0" cy="685800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986119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1" y="2077374"/>
            <a:ext cx="4479107" cy="2691413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7DEB5EF-910B-9B2B-CB95-1AD374FEC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1577" y="2210542"/>
            <a:ext cx="5869293" cy="2432477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FD4BD0F-0EF0-D5B9-5485-1ECB765DC5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51577" y="207982"/>
            <a:ext cx="1921315" cy="4133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566B317-2D55-4797-E621-551FCA482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5311938" y="1550633"/>
            <a:ext cx="0" cy="375673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790D5D6-313A-8ACD-591F-F8BEC510B947}"/>
              </a:ext>
            </a:extLst>
          </p:cNvPr>
          <p:cNvCxnSpPr>
            <a:cxnSpLocks/>
          </p:cNvCxnSpPr>
          <p:nvPr/>
        </p:nvCxnSpPr>
        <p:spPr>
          <a:xfrm>
            <a:off x="0" y="5308844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F6F1415-3933-6D89-472D-2FA4BBB279E7}"/>
              </a:ext>
            </a:extLst>
          </p:cNvPr>
          <p:cNvCxnSpPr>
            <a:cxnSpLocks/>
          </p:cNvCxnSpPr>
          <p:nvPr/>
        </p:nvCxnSpPr>
        <p:spPr>
          <a:xfrm>
            <a:off x="0" y="155063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919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2" y="1249959"/>
            <a:ext cx="4085912" cy="512567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5B8121-E925-2131-A76A-FBDAB0BC9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8384" y="1249959"/>
            <a:ext cx="6440424" cy="52387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BA5BEFD-7245-BB4D-0F86-F1C3A32E067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63852" y="207982"/>
            <a:ext cx="1921315" cy="4133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5879897-4AF6-4B38-AB30-8DD979DC5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4918746" y="805343"/>
            <a:ext cx="0" cy="6052657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870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0876" y="749808"/>
            <a:ext cx="6442024" cy="20391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0328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0875" y="21348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09227" y="210312"/>
            <a:ext cx="1679642" cy="41148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875" y="2944368"/>
            <a:ext cx="6442025" cy="35716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10328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987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0308" y="612648"/>
            <a:ext cx="7022592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342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D81791C-036D-058C-0055-96793694D6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750307" y="210312"/>
            <a:ext cx="3531437" cy="4133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A8DE5B-9C41-DE5B-BF91-98510120DCF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82299" y="210312"/>
            <a:ext cx="1679642" cy="4133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E0FD979-F905-C567-8E21-A3EDCE17980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0307" y="1746503"/>
            <a:ext cx="7022592" cy="4806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345760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6225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612648"/>
            <a:ext cx="7015483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B59EF2B-7C7F-BA27-16C2-C56B21D3774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A99D216-CE5A-6458-A23E-BE0E554AC3D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224951" y="207982"/>
            <a:ext cx="1682496" cy="4133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220FA64-3C9A-EBCF-5C28-E7DED40C97D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789594" y="207982"/>
            <a:ext cx="546447" cy="4133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746504"/>
            <a:ext cx="7018271" cy="48066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73592" y="0"/>
            <a:ext cx="4417215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776883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4708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3" y="749808"/>
            <a:ext cx="5778227" cy="10332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969163" y="210312"/>
            <a:ext cx="1679642" cy="41148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14093" y="210312"/>
            <a:ext cx="546447" cy="4133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993391"/>
            <a:ext cx="5778227" cy="455980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575416" y="0"/>
            <a:ext cx="5616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F4034EB-F498-D527-195A-D17B85027774}"/>
              </a:ext>
            </a:extLst>
          </p:cNvPr>
          <p:cNvCxnSpPr>
            <a:cxnSpLocks/>
          </p:cNvCxnSpPr>
          <p:nvPr/>
        </p:nvCxnSpPr>
        <p:spPr>
          <a:xfrm>
            <a:off x="6570629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8124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749808"/>
            <a:ext cx="4123680" cy="151790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210312"/>
            <a:ext cx="2260057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29329" y="210312"/>
            <a:ext cx="1058111" cy="41148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010197" y="210312"/>
            <a:ext cx="440969" cy="4133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704" y="2578609"/>
            <a:ext cx="4130606" cy="37124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12658" y="0"/>
            <a:ext cx="7279341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0796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03127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49808"/>
            <a:ext cx="11514755" cy="9601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8890DBE-0DD3-8504-F95F-4225535FB1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4BB28A-95D9-4CE6-DA59-520BA3C61CD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1FA0A0C-CE55-CB7D-174D-D77937630A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2180556"/>
            <a:ext cx="5012355" cy="42842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822674" y="1834524"/>
            <a:ext cx="6378722" cy="50234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C753443-12E2-4CD3-2C6F-4E20536BA82B}"/>
              </a:ext>
            </a:extLst>
          </p:cNvPr>
          <p:cNvCxnSpPr>
            <a:cxnSpLocks/>
          </p:cNvCxnSpPr>
          <p:nvPr/>
        </p:nvCxnSpPr>
        <p:spPr>
          <a:xfrm>
            <a:off x="5816454" y="1827254"/>
            <a:ext cx="0" cy="504063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9B4AF9B-8CF3-D7A8-CDB9-8E513FFF57EC}"/>
              </a:ext>
            </a:extLst>
          </p:cNvPr>
          <p:cNvCxnSpPr>
            <a:cxnSpLocks/>
          </p:cNvCxnSpPr>
          <p:nvPr/>
        </p:nvCxnSpPr>
        <p:spPr>
          <a:xfrm>
            <a:off x="0" y="1827254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31215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5166364"/>
            <a:ext cx="3656530" cy="12234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8096" cy="48371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9121" y="5166364"/>
            <a:ext cx="7073776" cy="122342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437376"/>
            <a:ext cx="2962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99121" y="6437193"/>
            <a:ext cx="454941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437376"/>
            <a:ext cx="546447" cy="4133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F9F6E2-159F-CDF3-F2D3-AB7A7E505C0B}"/>
              </a:ext>
            </a:extLst>
          </p:cNvPr>
          <p:cNvCxnSpPr>
            <a:cxnSpLocks/>
          </p:cNvCxnSpPr>
          <p:nvPr/>
        </p:nvCxnSpPr>
        <p:spPr>
          <a:xfrm>
            <a:off x="4283425" y="4837176"/>
            <a:ext cx="0" cy="202082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D4F9120-94C1-CA43-BF4E-9411F4866A20}"/>
              </a:ext>
            </a:extLst>
          </p:cNvPr>
          <p:cNvCxnSpPr>
            <a:cxnSpLocks/>
          </p:cNvCxnSpPr>
          <p:nvPr/>
        </p:nvCxnSpPr>
        <p:spPr>
          <a:xfrm>
            <a:off x="-1250" y="4842106"/>
            <a:ext cx="1219325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9452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62002"/>
            <a:ext cx="6612786" cy="155589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A2AC736-2858-40E1-3533-38692573EC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F901C69-26AA-7830-9BFF-EC62E8208AB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83EC4C7-2AFC-9797-0F80-FCBABD2A856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6627" y="2435966"/>
            <a:ext cx="7283725" cy="4422032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068" y="762000"/>
            <a:ext cx="4092813" cy="579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F70BF-1865-3761-955D-0621AA22B818}"/>
              </a:ext>
            </a:extLst>
          </p:cNvPr>
          <p:cNvCxnSpPr>
            <a:cxnSpLocks/>
          </p:cNvCxnSpPr>
          <p:nvPr/>
        </p:nvCxnSpPr>
        <p:spPr>
          <a:xfrm>
            <a:off x="0" y="2435966"/>
            <a:ext cx="72771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638DF4A-7DDF-7C24-D39A-EA7EAF7CFE63}"/>
              </a:ext>
            </a:extLst>
          </p:cNvPr>
          <p:cNvCxnSpPr>
            <a:cxnSpLocks/>
          </p:cNvCxnSpPr>
          <p:nvPr/>
        </p:nvCxnSpPr>
        <p:spPr>
          <a:xfrm>
            <a:off x="7277100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18923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448056"/>
            <a:ext cx="11514759" cy="1124712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07982"/>
            <a:ext cx="546447" cy="41148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3614" y="1700784"/>
            <a:ext cx="3318170" cy="515721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1441" y="2130553"/>
            <a:ext cx="7971459" cy="4422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47961-3E7C-FAAC-2283-DA751A80201C}"/>
              </a:ext>
            </a:extLst>
          </p:cNvPr>
          <p:cNvCxnSpPr>
            <a:cxnSpLocks/>
          </p:cNvCxnSpPr>
          <p:nvPr/>
        </p:nvCxnSpPr>
        <p:spPr>
          <a:xfrm>
            <a:off x="0" y="1695518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4B3C03-E31F-77F7-02F0-8C25E1C62792}"/>
              </a:ext>
            </a:extLst>
          </p:cNvPr>
          <p:cNvCxnSpPr>
            <a:cxnSpLocks/>
          </p:cNvCxnSpPr>
          <p:nvPr/>
        </p:nvCxnSpPr>
        <p:spPr>
          <a:xfrm>
            <a:off x="3318170" y="1695518"/>
            <a:ext cx="0" cy="516248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85106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umber Larg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71232" y="1188720"/>
            <a:ext cx="4069080" cy="4480560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28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8056" y="1609344"/>
            <a:ext cx="6775704" cy="415137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lnSpc>
                <a:spcPct val="70000"/>
              </a:lnSpc>
              <a:buNone/>
              <a:defRPr lang="en-US" sz="33400" dirty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2pPr>
            <a:lvl3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3pPr>
            <a:lvl4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4pPr>
            <a:lvl5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 dirty="0"/>
              <a:t>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4144DB-F44E-C5EB-68A1-D39E3F401C4E}"/>
              </a:ext>
            </a:extLst>
          </p:cNvPr>
          <p:cNvCxnSpPr>
            <a:cxnSpLocks/>
          </p:cNvCxnSpPr>
          <p:nvPr/>
        </p:nvCxnSpPr>
        <p:spPr>
          <a:xfrm>
            <a:off x="0" y="6069441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69607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17773" y="914400"/>
            <a:ext cx="10045427" cy="4464554"/>
          </a:xfrm>
        </p:spPr>
        <p:txBody>
          <a:bodyPr anchor="ctr">
            <a:noAutofit/>
          </a:bodyPr>
          <a:lstStyle>
            <a:lvl1pPr marL="0" indent="0">
              <a:lnSpc>
                <a:spcPct val="75000"/>
              </a:lnSpc>
              <a:buNone/>
              <a:defRPr sz="8800" b="0">
                <a:solidFill>
                  <a:schemeClr val="tx2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8000" b="0">
                <a:solidFill>
                  <a:schemeClr val="tx2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7200" b="0">
                <a:solidFill>
                  <a:schemeClr val="tx2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6600" b="0">
                <a:solidFill>
                  <a:schemeClr val="tx2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6000" b="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63640"/>
            <a:ext cx="2963692" cy="41336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0069" y="6263640"/>
            <a:ext cx="1921315" cy="4133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A935D4C-A027-60A0-BEB8-B1A89C1C5E3A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08464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Quot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3232" y="5440220"/>
            <a:ext cx="9299448" cy="1015996"/>
          </a:xfrm>
        </p:spPr>
        <p:txBody>
          <a:bodyPr anchor="ctr">
            <a:normAutofit/>
          </a:bodyPr>
          <a:lstStyle>
            <a:lvl1pPr>
              <a:defRPr sz="20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0040" y="1170816"/>
            <a:ext cx="9692640" cy="3872159"/>
          </a:xfrm>
        </p:spPr>
        <p:txBody>
          <a:bodyPr>
            <a:normAutofit/>
          </a:bodyPr>
          <a:lstStyle>
            <a:lvl1pPr marL="274320" indent="-274320">
              <a:lnSpc>
                <a:spcPct val="70000"/>
              </a:lnSpc>
              <a:buNone/>
              <a:defRPr sz="8800" cap="all" baseline="0">
                <a:solidFill>
                  <a:schemeClr val="tx2"/>
                </a:solidFill>
                <a:latin typeface="+mj-lt"/>
              </a:defRPr>
            </a:lvl1pPr>
            <a:lvl2pPr marL="274320" indent="-274320">
              <a:lnSpc>
                <a:spcPct val="70000"/>
              </a:lnSpc>
              <a:buNone/>
              <a:defRPr sz="80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2pPr>
            <a:lvl3pPr marL="274320" indent="-274320">
              <a:lnSpc>
                <a:spcPct val="70000"/>
              </a:lnSpc>
              <a:buNone/>
              <a:defRPr sz="72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3pPr>
            <a:lvl4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4pPr>
            <a:lvl5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2443788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60C7B9-B6D9-6FB6-59EE-D9DB3BC93758}"/>
              </a:ext>
            </a:extLst>
          </p:cNvPr>
          <p:cNvCxnSpPr>
            <a:cxnSpLocks/>
          </p:cNvCxnSpPr>
          <p:nvPr/>
        </p:nvCxnSpPr>
        <p:spPr>
          <a:xfrm flipH="1">
            <a:off x="0" y="787179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15D9130-12F6-DFB8-70EF-9ACBA9FDECB0}"/>
              </a:ext>
            </a:extLst>
          </p:cNvPr>
          <p:cNvCxnSpPr>
            <a:cxnSpLocks/>
          </p:cNvCxnSpPr>
          <p:nvPr/>
        </p:nvCxnSpPr>
        <p:spPr>
          <a:xfrm>
            <a:off x="0" y="5274530"/>
            <a:ext cx="12192000" cy="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71607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594AB-EF90-9591-5954-F617B83D1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85800"/>
            <a:ext cx="11253668" cy="66569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6A57BED-3AFE-6AA9-E0D5-586748D61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C21221-DC95-273B-0C4F-43B35ADA1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44E859-99AA-D46F-1AD8-4C0F287F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3231F-0FFC-E2BB-36F8-9816E4DECE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7773" y="1773857"/>
            <a:ext cx="5349240" cy="44531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CC2C1-ED8C-D52E-BEF5-671EDC623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24987" y="1773858"/>
            <a:ext cx="5349240" cy="44531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397169B-5226-712F-36F4-352E56B637D4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534742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4958D-8125-1BDA-53C9-9E2D33883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2" y="685800"/>
            <a:ext cx="11256264" cy="6675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294A4A-89C4-68BF-6701-5C47F940E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908BC-F48B-81E4-8D93-7DB9E371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93A54-CB38-BEAF-260B-84EDDF301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9FF10-A82A-AAEB-4B8C-921F3BA20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7773" y="1773857"/>
            <a:ext cx="5349064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D3C6A-509A-8CB1-B220-1CE755BE2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7773" y="2368476"/>
            <a:ext cx="5349064" cy="385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627A15-4AB2-F230-22C7-0605AFD7D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24796" y="1773857"/>
            <a:ext cx="5349240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1ECFD5-92D0-1854-D18E-8BC5DF56A7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24796" y="2368476"/>
            <a:ext cx="5349240" cy="385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1AC07E-A077-E2A6-1718-DDDA542A8A98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629804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17042-CDCB-3B2F-8C5B-24B17903E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A4C6AE-702E-258F-EA5E-02906C70D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339AE3-ADB1-728F-9FBA-2FD43A0AC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5F4B-E6CF-D83A-1F1B-81274FD57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94455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E52550-02A6-D7FB-DD57-70C87BAA4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02D272-B561-7F82-06FB-C5DE719AA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F0FF0-3A36-A128-D75E-71A4B54CB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2432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8A45ECA-9413-0F81-085A-48CF6F23E1DC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tx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832104"/>
            <a:ext cx="11253668" cy="1225296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263640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1" y="6263640"/>
            <a:ext cx="1933553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7" y="3429001"/>
            <a:ext cx="11253669" cy="277354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96182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60" y="1270390"/>
            <a:ext cx="7929980" cy="2060888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5" y="3794761"/>
            <a:ext cx="7932765" cy="15310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D168F9-DE00-B9C1-AD77-139DA8AF3364}"/>
              </a:ext>
            </a:extLst>
          </p:cNvPr>
          <p:cNvCxnSpPr>
            <a:cxnSpLocks/>
          </p:cNvCxnSpPr>
          <p:nvPr/>
        </p:nvCxnSpPr>
        <p:spPr>
          <a:xfrm>
            <a:off x="0" y="3434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8907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2482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22282"/>
            <a:ext cx="9830017" cy="73152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" y="2011680"/>
            <a:ext cx="11402568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14132CA-3777-075A-ECC4-B9DEFA9B3CEB}"/>
              </a:ext>
            </a:extLst>
          </p:cNvPr>
          <p:cNvCxnSpPr>
            <a:cxnSpLocks/>
          </p:cNvCxnSpPr>
          <p:nvPr/>
        </p:nvCxnSpPr>
        <p:spPr>
          <a:xfrm flipH="1">
            <a:off x="394716" y="1704836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60837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blipFill>
            <a:blip r:embed="rId2">
              <a:alphaModFix amt="70000"/>
            </a:blip>
            <a:stretch>
              <a:fillRect l="-2" t="-1" b="-19091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35AE1E4-9BA4-415B-370F-31BCBBC95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-1"/>
            <a:ext cx="6096000" cy="6857999"/>
          </a:xfrm>
          <a:gradFill>
            <a:gsLst>
              <a:gs pos="100000">
                <a:schemeClr val="bg2">
                  <a:alpha val="90000"/>
                </a:schemeClr>
              </a:gs>
              <a:gs pos="34000">
                <a:srgbClr val="061F7B">
                  <a:alpha val="5000"/>
                  <a:lumMod val="74000"/>
                </a:srgbClr>
              </a:gs>
              <a:gs pos="15000">
                <a:schemeClr val="accent1">
                  <a:lumMod val="75000"/>
                  <a:alpha val="0"/>
                </a:schemeClr>
              </a:gs>
            </a:gsLst>
            <a:lin ang="600000" scaled="0"/>
          </a:gradFill>
          <a:ln>
            <a:solidFill>
              <a:schemeClr val="tx1"/>
            </a:solidFill>
          </a:ln>
        </p:spPr>
        <p:txBody>
          <a:bodyPr lIns="1600200" tIns="822960" rIns="274320" bIns="457200" anchor="t"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54B625A-114F-C2DE-F195-EF26EC052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2306" y="4231338"/>
            <a:ext cx="7189694" cy="2626661"/>
          </a:xfrm>
          <a:gradFill>
            <a:gsLst>
              <a:gs pos="63000">
                <a:schemeClr val="accent5">
                  <a:lumMod val="75000"/>
                  <a:alpha val="0"/>
                </a:schemeClr>
              </a:gs>
              <a:gs pos="100000">
                <a:schemeClr val="accent3">
                  <a:lumMod val="60000"/>
                  <a:lumOff val="40000"/>
                  <a:alpha val="69000"/>
                </a:schemeClr>
              </a:gs>
              <a:gs pos="13000">
                <a:schemeClr val="bg2">
                  <a:alpha val="0"/>
                </a:schemeClr>
              </a:gs>
            </a:gsLst>
            <a:lin ang="4200000" scaled="0"/>
          </a:gradFill>
        </p:spPr>
        <p:txBody>
          <a:bodyPr vert="horz" lIns="2743200" tIns="640080" rIns="45720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00" y="210312"/>
            <a:ext cx="1473201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9164921" y="210312"/>
            <a:ext cx="2181351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47711" y="210312"/>
            <a:ext cx="448805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6819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A70A2D-6A6F-D8FD-B860-1F184E1B5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33214"/>
            <a:ext cx="11631478" cy="1825674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95EA3D9-98A4-3891-668D-DF99CC18D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5351226"/>
            <a:ext cx="7235954" cy="771276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4E1D7382-6629-2CE5-9CD1-12C42772E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4D3FCD7-2C92-02D9-B65F-03119FF69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825B394-7F27-6399-8BDB-45CADE4F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514160-DA6E-9655-9294-6538F297B73D}"/>
              </a:ext>
            </a:extLst>
          </p:cNvPr>
          <p:cNvSpPr/>
          <p:nvPr/>
        </p:nvSpPr>
        <p:spPr>
          <a:xfrm rot="10800000">
            <a:off x="0" y="3432121"/>
            <a:ext cx="12192000" cy="1825033"/>
          </a:xfrm>
          <a:prstGeom prst="rect">
            <a:avLst/>
          </a:prstGeom>
          <a:gradFill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EC29EB-3E43-F1FF-EB6B-9F5C908FFCC8}"/>
              </a:ext>
            </a:extLst>
          </p:cNvPr>
          <p:cNvSpPr/>
          <p:nvPr/>
        </p:nvSpPr>
        <p:spPr>
          <a:xfrm rot="16200000" flipH="1">
            <a:off x="5938634" y="-996853"/>
            <a:ext cx="1825034" cy="10681699"/>
          </a:xfrm>
          <a:prstGeom prst="rect">
            <a:avLst/>
          </a:prstGeom>
          <a:gradFill>
            <a:gsLst>
              <a:gs pos="56000">
                <a:schemeClr val="bg1">
                  <a:alpha val="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248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-367222" y="367225"/>
            <a:ext cx="6866356" cy="6131909"/>
          </a:xfrm>
          <a:prstGeom prst="rect">
            <a:avLst/>
          </a:prstGeom>
          <a:gradFill>
            <a:gsLst>
              <a:gs pos="13000">
                <a:schemeClr val="accent2"/>
              </a:gs>
              <a:gs pos="60000">
                <a:schemeClr val="bg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rot="5400000" flipV="1">
            <a:off x="-1977949" y="2307330"/>
            <a:ext cx="6528619" cy="257271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42000">
                <a:schemeClr val="bg2"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AFF5B4-F60C-7639-0259-DAA1F9833429}"/>
              </a:ext>
            </a:extLst>
          </p:cNvPr>
          <p:cNvSpPr/>
          <p:nvPr/>
        </p:nvSpPr>
        <p:spPr>
          <a:xfrm rot="10800000">
            <a:off x="1" y="4216109"/>
            <a:ext cx="8887299" cy="264453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</a:schemeClr>
              </a:gs>
              <a:gs pos="49000">
                <a:schemeClr val="accent4">
                  <a:lumMod val="75000"/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8499" y="952500"/>
            <a:ext cx="8887299" cy="5636798"/>
          </a:xfrm>
        </p:spPr>
        <p:txBody>
          <a:bodyPr anchor="b">
            <a:normAutofit/>
          </a:bodyPr>
          <a:lstStyle>
            <a:lvl1pPr algn="r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CA76BF-5E58-9143-643F-6B06864B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6C9F8B-DAAC-4FD9-5257-842E1B079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EF8E261-B260-D169-5279-F4153543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412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>
            <a:off x="28450" y="0"/>
            <a:ext cx="7600185" cy="6858000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0" y="3409447"/>
            <a:ext cx="7609635" cy="3448553"/>
          </a:xfrm>
          <a:prstGeom prst="rect">
            <a:avLst/>
          </a:prstGeom>
          <a:gradFill>
            <a:gsLst>
              <a:gs pos="0">
                <a:schemeClr val="accent2"/>
              </a:gs>
              <a:gs pos="45000">
                <a:schemeClr val="bg2">
                  <a:alpha val="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5B7E4-5668-20C3-5FFF-AA7F08736507}"/>
              </a:ext>
            </a:extLst>
          </p:cNvPr>
          <p:cNvSpPr/>
          <p:nvPr/>
        </p:nvSpPr>
        <p:spPr>
          <a:xfrm rot="16200000">
            <a:off x="394816" y="-375817"/>
            <a:ext cx="6858000" cy="7609635"/>
          </a:xfrm>
          <a:prstGeom prst="rect">
            <a:avLst/>
          </a:prstGeom>
          <a:gradFill>
            <a:gsLst>
              <a:gs pos="0">
                <a:schemeClr val="tx1"/>
              </a:gs>
              <a:gs pos="18000">
                <a:schemeClr val="accent3">
                  <a:lumMod val="60000"/>
                  <a:lumOff val="40000"/>
                  <a:alpha val="72000"/>
                </a:schemeClr>
              </a:gs>
              <a:gs pos="56000">
                <a:schemeClr val="accent1">
                  <a:lumMod val="50000"/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8344FF-8882-8B2E-4777-40771425C01A}"/>
              </a:ext>
            </a:extLst>
          </p:cNvPr>
          <p:cNvSpPr/>
          <p:nvPr/>
        </p:nvSpPr>
        <p:spPr>
          <a:xfrm rot="16200000">
            <a:off x="1188613" y="417977"/>
            <a:ext cx="5518112" cy="7361933"/>
          </a:xfrm>
          <a:prstGeom prst="rect">
            <a:avLst/>
          </a:prstGeom>
          <a:gradFill flip="none" rotWithShape="1">
            <a:gsLst>
              <a:gs pos="24000">
                <a:schemeClr val="bg2">
                  <a:alpha val="0"/>
                </a:schemeClr>
              </a:gs>
              <a:gs pos="45000">
                <a:schemeClr val="bg2">
                  <a:alpha val="82000"/>
                </a:schemeClr>
              </a:gs>
              <a:gs pos="67000">
                <a:schemeClr val="bg1">
                  <a:alpha val="0"/>
                </a:schemeClr>
              </a:gs>
            </a:gsLst>
            <a:lin ang="1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F9BCED7-6A0B-12F0-730B-5623879C9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2" y="1714498"/>
            <a:ext cx="4960617" cy="4722876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E14FBD3E-3A09-5EF4-6941-FFF3E03D539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62D8C0B-F931-385E-61C9-0E7226053F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909368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7E96BDD-FAA3-3ABD-453F-3A62D97801B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52232" y="1246951"/>
            <a:ext cx="3404277" cy="4923185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086C0A-2B9C-7A1D-5F77-AF7402CC1F84}"/>
              </a:ext>
            </a:extLst>
          </p:cNvPr>
          <p:cNvCxnSpPr>
            <a:cxnSpLocks/>
          </p:cNvCxnSpPr>
          <p:nvPr/>
        </p:nvCxnSpPr>
        <p:spPr>
          <a:xfrm flipH="1">
            <a:off x="8002560" y="762000"/>
            <a:ext cx="3840480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91909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84410D4-C581-C48F-5E1D-E93DA884342F}"/>
              </a:ext>
            </a:extLst>
          </p:cNvPr>
          <p:cNvSpPr/>
          <p:nvPr/>
        </p:nvSpPr>
        <p:spPr>
          <a:xfrm rot="10800000">
            <a:off x="14619" y="-2"/>
            <a:ext cx="12177379" cy="4492404"/>
          </a:xfrm>
          <a:prstGeom prst="rect">
            <a:avLst/>
          </a:prstGeom>
          <a:gradFill flip="none" rotWithShape="1">
            <a:gsLst>
              <a:gs pos="33000">
                <a:schemeClr val="bg2">
                  <a:alpha val="0"/>
                </a:schemeClr>
              </a:gs>
              <a:gs pos="82000">
                <a:schemeClr val="accent1">
                  <a:lumMod val="50000"/>
                  <a:alpha val="44000"/>
                </a:schemeClr>
              </a:gs>
              <a:gs pos="100000">
                <a:schemeClr val="accent3">
                  <a:lumMod val="60000"/>
                  <a:lumOff val="40000"/>
                  <a:alpha val="9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723903" y="1161955"/>
            <a:ext cx="11468097" cy="3330447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27000">
                <a:schemeClr val="bg2">
                  <a:alpha val="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 rot="10800000">
            <a:off x="-14621" y="-7466"/>
            <a:ext cx="6110621" cy="2500409"/>
          </a:xfrm>
          <a:prstGeom prst="rect">
            <a:avLst/>
          </a:prstGeom>
          <a:gradFill flip="none" rotWithShape="1"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4D63E47-B71F-605F-2462-F6F2ED4F1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468924"/>
            <a:ext cx="5096176" cy="2461308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19100" y="210114"/>
            <a:ext cx="2064089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477000" y="210114"/>
            <a:ext cx="3251508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87383" y="1161955"/>
            <a:ext cx="4158158" cy="2768278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9B8CAF0-3749-D1CF-0FDA-20F4B5EE986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4492402"/>
            <a:ext cx="12192000" cy="2365597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10536158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28AA25-2696-95B5-3DD1-1DDCE335B96E}"/>
              </a:ext>
            </a:extLst>
          </p:cNvPr>
          <p:cNvSpPr/>
          <p:nvPr/>
        </p:nvSpPr>
        <p:spPr>
          <a:xfrm>
            <a:off x="0" y="0"/>
            <a:ext cx="12192000" cy="6869579"/>
          </a:xfrm>
          <a:prstGeom prst="rect">
            <a:avLst/>
          </a:prstGeom>
          <a:gradFill flip="none" rotWithShape="1">
            <a:gsLst>
              <a:gs pos="23000">
                <a:schemeClr val="bg2">
                  <a:alpha val="0"/>
                </a:schemeClr>
              </a:gs>
              <a:gs pos="61000">
                <a:schemeClr val="accent1">
                  <a:lumMod val="50000"/>
                  <a:alpha val="5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8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6450F3-50BF-885C-FD60-BACC77C3F1E0}"/>
              </a:ext>
            </a:extLst>
          </p:cNvPr>
          <p:cNvSpPr/>
          <p:nvPr/>
        </p:nvSpPr>
        <p:spPr>
          <a:xfrm flipH="1" flipV="1">
            <a:off x="0" y="1727456"/>
            <a:ext cx="12192001" cy="5130541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45000">
                <a:schemeClr val="bg2"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53C05B-A90A-250E-CBC3-E741A87656D9}"/>
              </a:ext>
            </a:extLst>
          </p:cNvPr>
          <p:cNvSpPr/>
          <p:nvPr/>
        </p:nvSpPr>
        <p:spPr>
          <a:xfrm rot="5400000">
            <a:off x="4285048" y="-1037373"/>
            <a:ext cx="6869579" cy="8944324"/>
          </a:xfrm>
          <a:prstGeom prst="rect">
            <a:avLst/>
          </a:prstGeom>
          <a:gradFill flip="none" rotWithShape="1">
            <a:gsLst>
              <a:gs pos="60000">
                <a:schemeClr val="accent5">
                  <a:alpha val="0"/>
                </a:schemeClr>
              </a:gs>
              <a:gs pos="94000">
                <a:schemeClr val="accent3">
                  <a:lumMod val="20000"/>
                  <a:lumOff val="8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B1BC43-B272-D419-E8BB-6EFDB7CB6DE6}"/>
              </a:ext>
            </a:extLst>
          </p:cNvPr>
          <p:cNvSpPr/>
          <p:nvPr/>
        </p:nvSpPr>
        <p:spPr>
          <a:xfrm rot="16200000">
            <a:off x="3586718" y="-681705"/>
            <a:ext cx="6783165" cy="8296238"/>
          </a:xfrm>
          <a:prstGeom prst="rect">
            <a:avLst/>
          </a:prstGeom>
          <a:gradFill flip="none" rotWithShape="1">
            <a:gsLst>
              <a:gs pos="26000">
                <a:schemeClr val="bg2"/>
              </a:gs>
              <a:gs pos="73000">
                <a:schemeClr val="bg2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9B18E3-016A-6508-4AB9-C1B35F40CE8C}"/>
              </a:ext>
            </a:extLst>
          </p:cNvPr>
          <p:cNvCxnSpPr>
            <a:cxnSpLocks/>
          </p:cNvCxnSpPr>
          <p:nvPr/>
        </p:nvCxnSpPr>
        <p:spPr>
          <a:xfrm flipH="1">
            <a:off x="394716" y="6101080"/>
            <a:ext cx="11402568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44A4757-EA69-EF77-262C-A183AC218312}"/>
              </a:ext>
            </a:extLst>
          </p:cNvPr>
          <p:cNvSpPr/>
          <p:nvPr/>
        </p:nvSpPr>
        <p:spPr>
          <a:xfrm rot="10800000">
            <a:off x="0" y="1"/>
            <a:ext cx="12192000" cy="5281424"/>
          </a:xfrm>
          <a:prstGeom prst="rect">
            <a:avLst/>
          </a:prstGeom>
          <a:gradFill flip="none" rotWithShape="1">
            <a:gsLst>
              <a:gs pos="52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1" y="914400"/>
            <a:ext cx="7498080" cy="2621280"/>
          </a:xfrm>
        </p:spPr>
        <p:txBody>
          <a:bodyPr anchor="b">
            <a:normAutofit/>
          </a:bodyPr>
          <a:lstStyle>
            <a:lvl1pPr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3AD86-30C4-61DF-3300-53A4A4BB6D4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ED380-F3FA-F88A-4719-014588A2E1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8F7C8-EA2A-EA2C-5113-86B95AACB17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1" y="3901440"/>
            <a:ext cx="7498080" cy="18288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0034923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B42C01-B12A-AF17-D0E9-403E14D1D1A7}"/>
              </a:ext>
            </a:extLst>
          </p:cNvPr>
          <p:cNvSpPr/>
          <p:nvPr/>
        </p:nvSpPr>
        <p:spPr>
          <a:xfrm rot="10800000" flipH="1">
            <a:off x="391802" y="773848"/>
            <a:ext cx="11800198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5">
                  <a:lumMod val="75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4AA29D-41E7-06F1-DA88-95401F827C71}"/>
              </a:ext>
            </a:extLst>
          </p:cNvPr>
          <p:cNvSpPr/>
          <p:nvPr/>
        </p:nvSpPr>
        <p:spPr>
          <a:xfrm rot="10800000" flipH="1">
            <a:off x="0" y="773847"/>
            <a:ext cx="11026588" cy="1634270"/>
          </a:xfrm>
          <a:prstGeom prst="rect">
            <a:avLst/>
          </a:prstGeom>
          <a:gradFill flip="none" rotWithShape="1">
            <a:gsLst>
              <a:gs pos="575">
                <a:schemeClr val="accent2"/>
              </a:gs>
              <a:gs pos="3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900" y="1918144"/>
            <a:ext cx="2939186" cy="209681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4000" y="210114"/>
            <a:ext cx="2939491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4000" y="1918145"/>
            <a:ext cx="4991100" cy="4133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0887520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500"/>
            <a:ext cx="3332784" cy="158191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5986"/>
            <a:ext cx="1097280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494378" y="207291"/>
            <a:ext cx="1639372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3140760" y="210114"/>
            <a:ext cx="493776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3099816"/>
            <a:ext cx="3332784" cy="305409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52900" y="0"/>
            <a:ext cx="80391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942C55-3382-C50D-76EB-793EA21DA34F}"/>
              </a:ext>
            </a:extLst>
          </p:cNvPr>
          <p:cNvCxnSpPr>
            <a:cxnSpLocks/>
          </p:cNvCxnSpPr>
          <p:nvPr/>
        </p:nvCxnSpPr>
        <p:spPr>
          <a:xfrm flipH="1">
            <a:off x="397288" y="2811277"/>
            <a:ext cx="324613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145854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282051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386407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4282051"/>
            <a:ext cx="7010399" cy="1532976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1752" y="6263640"/>
            <a:ext cx="1759288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6263640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0323" y="6263640"/>
            <a:ext cx="605475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192296-0A21-2685-A792-B2723855E5B3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04796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0E9D96-CB28-0F2C-BBB9-CE51B3EEBF53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984" y="955810"/>
            <a:ext cx="4114800" cy="124405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695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7469431" y="210114"/>
            <a:ext cx="1485900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9376096" y="210114"/>
            <a:ext cx="186046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491984" y="2791033"/>
            <a:ext cx="4114800" cy="33832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E9AF0A0-5001-F380-4488-B02AB3C79B31}"/>
              </a:ext>
            </a:extLst>
          </p:cNvPr>
          <p:cNvCxnSpPr>
            <a:cxnSpLocks/>
          </p:cNvCxnSpPr>
          <p:nvPr/>
        </p:nvCxnSpPr>
        <p:spPr>
          <a:xfrm flipH="1">
            <a:off x="7595441" y="2475756"/>
            <a:ext cx="4011343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ED0235B-B98B-7313-28E9-8E643CDFF4A6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97949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7686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1017686"/>
            <a:ext cx="7010399" cy="237744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3837709"/>
            <a:ext cx="12192000" cy="3020291"/>
          </a:xfrm>
          <a:blipFill dpi="0" rotWithShape="1">
            <a:blip r:embed="rId2">
              <a:alphaModFix amt="60000"/>
            </a:blip>
            <a:srcRect/>
            <a:stretch>
              <a:fillRect t="-27937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3105722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371600"/>
            <a:ext cx="3474720" cy="228600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57700" y="210114"/>
            <a:ext cx="2859307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7611572" y="210114"/>
            <a:ext cx="605475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57700" y="1371600"/>
            <a:ext cx="3368778" cy="4701943"/>
          </a:xfrm>
        </p:spPr>
        <p:txBody>
          <a:bodyPr rIns="4572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31045" y="0"/>
            <a:ext cx="3460955" cy="686687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750207-6F0E-41F2-98B5-15BCAB2BF9AD}"/>
              </a:ext>
            </a:extLst>
          </p:cNvPr>
          <p:cNvSpPr/>
          <p:nvPr/>
        </p:nvSpPr>
        <p:spPr>
          <a:xfrm flipH="1">
            <a:off x="0" y="4771072"/>
            <a:ext cx="4874661" cy="2095805"/>
          </a:xfrm>
          <a:prstGeom prst="rect">
            <a:avLst/>
          </a:prstGeom>
          <a:gradFill>
            <a:gsLst>
              <a:gs pos="67000">
                <a:schemeClr val="bg2">
                  <a:alpha val="0"/>
                </a:schemeClr>
              </a:gs>
              <a:gs pos="95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1E79A5-CC18-0B38-C9F4-CA5690475280}"/>
              </a:ext>
            </a:extLst>
          </p:cNvPr>
          <p:cNvSpPr/>
          <p:nvPr/>
        </p:nvSpPr>
        <p:spPr>
          <a:xfrm flipH="1">
            <a:off x="-2" y="3852909"/>
            <a:ext cx="2823100" cy="3022846"/>
          </a:xfrm>
          <a:prstGeom prst="rect">
            <a:avLst/>
          </a:prstGeom>
          <a:gradFill flip="none" rotWithShape="1">
            <a:gsLst>
              <a:gs pos="0">
                <a:schemeClr val="tx2">
                  <a:alpha val="50000"/>
                </a:schemeClr>
              </a:gs>
              <a:gs pos="17000">
                <a:schemeClr val="accent6">
                  <a:lumMod val="60000"/>
                  <a:lumOff val="40000"/>
                  <a:alpha val="52000"/>
                </a:schemeClr>
              </a:gs>
              <a:gs pos="58000">
                <a:schemeClr val="bg1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80496BC-B679-515B-9928-2CC91AD7A8A2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772668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49377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499"/>
            <a:ext cx="6751127" cy="125087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3862"/>
            <a:ext cx="2286000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590800" y="203862"/>
            <a:ext cx="2775003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47336" y="203862"/>
            <a:ext cx="864794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2410518"/>
            <a:ext cx="6755514" cy="38074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620000" y="0"/>
            <a:ext cx="4572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40749-9485-B575-4B2A-075EAA112D08}"/>
              </a:ext>
            </a:extLst>
          </p:cNvPr>
          <p:cNvSpPr/>
          <p:nvPr/>
        </p:nvSpPr>
        <p:spPr>
          <a:xfrm flipH="1">
            <a:off x="0" y="3706098"/>
            <a:ext cx="7620000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6">
                  <a:alpha val="66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E19E54-3987-D72A-629F-B4FB61FCC4E9}"/>
              </a:ext>
            </a:extLst>
          </p:cNvPr>
          <p:cNvSpPr/>
          <p:nvPr/>
        </p:nvSpPr>
        <p:spPr>
          <a:xfrm flipH="1">
            <a:off x="0" y="5597112"/>
            <a:ext cx="7620000" cy="1260888"/>
          </a:xfrm>
          <a:prstGeom prst="rect">
            <a:avLst/>
          </a:prstGeom>
          <a:gradFill flip="none" rotWithShape="1">
            <a:gsLst>
              <a:gs pos="21830">
                <a:schemeClr val="accent1">
                  <a:alpha val="29000"/>
                </a:schemeClr>
              </a:gs>
              <a:gs pos="0">
                <a:schemeClr val="accent5">
                  <a:lumMod val="60000"/>
                  <a:lumOff val="40000"/>
                  <a:alpha val="84000"/>
                </a:schemeClr>
              </a:gs>
              <a:gs pos="5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4DF899-11E5-3A31-4C5A-75E63BA26BC6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6620256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128492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2834639"/>
            <a:ext cx="3014382" cy="29260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DA51E54-3166-19CA-EB55-5DFFB9426CA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17796" y="0"/>
            <a:ext cx="12209796" cy="242009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834640"/>
            <a:ext cx="7200900" cy="29260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None/>
              <a:defRPr sz="1800"/>
            </a:lvl1pPr>
            <a:lvl2pPr marL="514350" indent="-285750">
              <a:buFont typeface="Arial" panose="020B0604020202020204" pitchFamily="34" charset="0"/>
              <a:buNone/>
              <a:defRPr sz="16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200"/>
            </a:lvl4pPr>
            <a:lvl5pPr marL="1085850" indent="-171450">
              <a:buFont typeface="Arial" panose="020B0604020202020204" pitchFamily="34" charset="0"/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6274033"/>
            <a:ext cx="3014382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80560" y="6274033"/>
            <a:ext cx="316230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92840" y="6274033"/>
            <a:ext cx="568917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BDDCA5B-BBAB-ABCD-27B8-D3CD17FD04BC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532853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0934"/>
            <a:ext cx="3507418" cy="1398494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932680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1351" y="2680447"/>
            <a:ext cx="3357819" cy="366208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06EA5C-4A14-95D3-20DF-1EEB607C889B}"/>
              </a:ext>
            </a:extLst>
          </p:cNvPr>
          <p:cNvSpPr/>
          <p:nvPr/>
        </p:nvSpPr>
        <p:spPr>
          <a:xfrm flipH="1">
            <a:off x="2171702" y="5847066"/>
            <a:ext cx="10020298" cy="1010934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76000">
                <a:schemeClr val="accent1">
                  <a:lumMod val="50000"/>
                  <a:alpha val="39000"/>
                </a:schemeClr>
              </a:gs>
              <a:gs pos="100000">
                <a:schemeClr val="accent5">
                  <a:alpha val="68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5652D2-BF56-96CE-426B-26972C38434D}"/>
              </a:ext>
            </a:extLst>
          </p:cNvPr>
          <p:cNvSpPr/>
          <p:nvPr/>
        </p:nvSpPr>
        <p:spPr>
          <a:xfrm rot="16200000" flipH="1">
            <a:off x="7767364" y="2433362"/>
            <a:ext cx="4944033" cy="390523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40000"/>
                </a:schemeClr>
              </a:gs>
              <a:gs pos="32000">
                <a:schemeClr val="bg1">
                  <a:alpha val="0"/>
                </a:schemeClr>
              </a:gs>
            </a:gsLst>
            <a:lin ang="14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A30D42-B5FE-EAD1-8419-4AD002C32B1F}"/>
              </a:ext>
            </a:extLst>
          </p:cNvPr>
          <p:cNvCxnSpPr>
            <a:cxnSpLocks/>
          </p:cNvCxnSpPr>
          <p:nvPr/>
        </p:nvCxnSpPr>
        <p:spPr>
          <a:xfrm>
            <a:off x="4426824" y="1075765"/>
            <a:ext cx="0" cy="4944035"/>
          </a:xfrm>
          <a:prstGeom prst="line">
            <a:avLst/>
          </a:prstGeom>
          <a:ln w="6350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32679" y="1010932"/>
            <a:ext cx="6492240" cy="52120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9973536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9811"/>
            <a:ext cx="3419380" cy="1856553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478969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82390" y="3045041"/>
            <a:ext cx="3338742" cy="329748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78968" y="1019810"/>
            <a:ext cx="7315200" cy="5577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1820416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BF28860-8FEF-73E6-FEDF-176AC5D7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6998" y="4907611"/>
            <a:ext cx="5320285" cy="1438873"/>
          </a:xfrm>
        </p:spPr>
        <p:txBody>
          <a:bodyPr anchor="t"/>
          <a:lstStyle>
            <a:lvl1pPr>
              <a:lnSpc>
                <a:spcPct val="100000"/>
              </a:lnSpc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DE8C0-7863-A0F4-9EFB-60B2F8DD221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E20381-0150-ABDF-3C66-3E77DA79EE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D7FDD-1157-5BB4-4A9F-3F35CE7FF4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B446035-33B1-F0D9-18B1-58E177267E3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638" y="766763"/>
            <a:ext cx="11320462" cy="3489325"/>
          </a:xfrm>
        </p:spPr>
        <p:txBody>
          <a:bodyPr/>
          <a:lstStyle>
            <a:lvl1pPr>
              <a:lnSpc>
                <a:spcPct val="85000"/>
              </a:lnSpc>
              <a:defRPr sz="24000">
                <a:gradFill>
                  <a:gsLst>
                    <a:gs pos="0">
                      <a:schemeClr val="accent6"/>
                    </a:gs>
                    <a:gs pos="46000">
                      <a:schemeClr val="accent1"/>
                    </a:gs>
                    <a:gs pos="100000">
                      <a:schemeClr val="accent3">
                        <a:lumMod val="60000"/>
                        <a:lumOff val="40000"/>
                      </a:schemeClr>
                    </a:gs>
                  </a:gsLst>
                  <a:lin ang="42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F77A56B-CD68-22F4-F473-A2063E81D70D}"/>
              </a:ext>
            </a:extLst>
          </p:cNvPr>
          <p:cNvCxnSpPr>
            <a:cxnSpLocks/>
          </p:cNvCxnSpPr>
          <p:nvPr/>
        </p:nvCxnSpPr>
        <p:spPr>
          <a:xfrm flipH="1">
            <a:off x="394716" y="466224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19236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0BED7B15-76E6-E98E-A0BB-6188FC145CDD}"/>
              </a:ext>
            </a:extLst>
          </p:cNvPr>
          <p:cNvSpPr/>
          <p:nvPr/>
        </p:nvSpPr>
        <p:spPr>
          <a:xfrm rot="10800000" flipH="1">
            <a:off x="-1" y="0"/>
            <a:ext cx="12192002" cy="6858000"/>
          </a:xfrm>
          <a:prstGeom prst="rect">
            <a:avLst/>
          </a:prstGeom>
          <a:gradFill flip="none" rotWithShape="1">
            <a:gsLst>
              <a:gs pos="50000">
                <a:schemeClr val="accent3">
                  <a:lumMod val="60000"/>
                  <a:lumOff val="40000"/>
                  <a:alpha val="75000"/>
                </a:schemeClr>
              </a:gs>
              <a:gs pos="0">
                <a:schemeClr val="accent1">
                  <a:lumMod val="50000"/>
                </a:schemeClr>
              </a:gs>
              <a:gs pos="100000">
                <a:schemeClr val="accent4">
                  <a:lumMod val="50000"/>
                </a:schemeClr>
              </a:gs>
              <a:gs pos="85000">
                <a:schemeClr val="accent2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602343-A974-BE4B-41E6-58237921FB4D}"/>
              </a:ext>
            </a:extLst>
          </p:cNvPr>
          <p:cNvSpPr/>
          <p:nvPr/>
        </p:nvSpPr>
        <p:spPr>
          <a:xfrm flipH="1">
            <a:off x="3683466" y="0"/>
            <a:ext cx="8508534" cy="6858000"/>
          </a:xfrm>
          <a:prstGeom prst="rect">
            <a:avLst/>
          </a:prstGeom>
          <a:gradFill flip="none" rotWithShape="1">
            <a:gsLst>
              <a:gs pos="6000">
                <a:schemeClr val="accent3">
                  <a:lumMod val="40000"/>
                  <a:lumOff val="60000"/>
                </a:schemeClr>
              </a:gs>
              <a:gs pos="73000">
                <a:schemeClr val="accent3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022E84-7D91-EFA0-CBCA-F9AC98E6181F}"/>
              </a:ext>
            </a:extLst>
          </p:cNvPr>
          <p:cNvSpPr/>
          <p:nvPr/>
        </p:nvSpPr>
        <p:spPr>
          <a:xfrm rot="5400000">
            <a:off x="1670408" y="-1670408"/>
            <a:ext cx="7492544" cy="10833360"/>
          </a:xfrm>
          <a:prstGeom prst="rect">
            <a:avLst/>
          </a:prstGeom>
          <a:gradFill flip="none" rotWithShape="1">
            <a:gsLst>
              <a:gs pos="58000">
                <a:schemeClr val="accent2">
                  <a:alpha val="0"/>
                </a:schemeClr>
              </a:gs>
              <a:gs pos="98000">
                <a:schemeClr val="accent6">
                  <a:lumMod val="75000"/>
                </a:schemeClr>
              </a:gs>
            </a:gsLst>
            <a:lin ang="9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DA0DC0-3518-750A-3821-192C03B2D059}"/>
              </a:ext>
            </a:extLst>
          </p:cNvPr>
          <p:cNvSpPr/>
          <p:nvPr/>
        </p:nvSpPr>
        <p:spPr>
          <a:xfrm rot="10800000">
            <a:off x="5031742" y="-20336"/>
            <a:ext cx="7160258" cy="6878336"/>
          </a:xfrm>
          <a:prstGeom prst="rect">
            <a:avLst/>
          </a:prstGeom>
          <a:gradFill>
            <a:gsLst>
              <a:gs pos="30000">
                <a:schemeClr val="accent4">
                  <a:lumMod val="60000"/>
                  <a:lumOff val="40000"/>
                  <a:alpha val="0"/>
                </a:schemeClr>
              </a:gs>
              <a:gs pos="89000">
                <a:schemeClr val="bg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402F4-533A-849C-ACAD-039056A5D174}"/>
              </a:ext>
            </a:extLst>
          </p:cNvPr>
          <p:cNvSpPr/>
          <p:nvPr/>
        </p:nvSpPr>
        <p:spPr>
          <a:xfrm flipH="1">
            <a:off x="8961" y="2704579"/>
            <a:ext cx="12183038" cy="4153421"/>
          </a:xfrm>
          <a:prstGeom prst="rect">
            <a:avLst/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68000">
                <a:schemeClr val="bg2">
                  <a:alpha val="67000"/>
                </a:schemeClr>
              </a:gs>
              <a:gs pos="90000">
                <a:schemeClr val="bg2"/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8124DA4-1249-371C-65BA-0AAC0239D4C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320" y="2704946"/>
            <a:ext cx="9801225" cy="3538538"/>
          </a:xfrm>
        </p:spPr>
        <p:txBody>
          <a:bodyPr anchor="b"/>
          <a:lstStyle>
            <a:lvl1pPr>
              <a:lnSpc>
                <a:spcPct val="100000"/>
              </a:lnSpc>
              <a:defRPr sz="5400"/>
            </a:lvl1pPr>
            <a:lvl2pPr>
              <a:lnSpc>
                <a:spcPct val="100000"/>
              </a:lnSpc>
              <a:defRPr sz="4800"/>
            </a:lvl2pPr>
            <a:lvl3pPr>
              <a:lnSpc>
                <a:spcPct val="100000"/>
              </a:lnSpc>
              <a:defRPr sz="4400"/>
            </a:lvl3pPr>
            <a:lvl4pPr>
              <a:lnSpc>
                <a:spcPct val="100000"/>
              </a:lnSpc>
              <a:defRPr sz="4000"/>
            </a:lvl4pPr>
            <a:lvl5pPr>
              <a:lnSpc>
                <a:spcPct val="100000"/>
              </a:lnSpc>
              <a:defRPr sz="360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89232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008CFE4-4AC8-17F9-C6E2-22D96CF8106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774BFB-EECC-C995-E701-4CCEB032FC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861412"/>
            <a:ext cx="12192000" cy="301077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70000"/>
                </a:schemeClr>
              </a:gs>
              <a:gs pos="50000">
                <a:schemeClr val="bg2">
                  <a:alpha val="0"/>
                </a:schemeClr>
              </a:gs>
            </a:gsLst>
            <a:lin ang="1716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2E260E-763F-A06B-2808-39975829F205}"/>
              </a:ext>
            </a:extLst>
          </p:cNvPr>
          <p:cNvSpPr/>
          <p:nvPr/>
        </p:nvSpPr>
        <p:spPr>
          <a:xfrm rot="5400000" flipH="1">
            <a:off x="2667005" y="-2666996"/>
            <a:ext cx="6857996" cy="12191993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75000"/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82642F-D94D-7313-EB9D-48E3CBEDD19C}"/>
              </a:ext>
            </a:extLst>
          </p:cNvPr>
          <p:cNvSpPr/>
          <p:nvPr/>
        </p:nvSpPr>
        <p:spPr>
          <a:xfrm rot="16200000" flipH="1">
            <a:off x="4381500" y="-4373435"/>
            <a:ext cx="3429000" cy="1217587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chemeClr val="accent6"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900" y="4967784"/>
            <a:ext cx="8484108" cy="1052015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900" y="1405719"/>
            <a:ext cx="8484108" cy="3087622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lang="en-US" sz="3600" b="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1ECC83-D6FA-D54B-81F2-EE93577E016F}"/>
              </a:ext>
            </a:extLst>
          </p:cNvPr>
          <p:cNvCxnSpPr>
            <a:cxnSpLocks/>
          </p:cNvCxnSpPr>
          <p:nvPr/>
        </p:nvCxnSpPr>
        <p:spPr>
          <a:xfrm flipH="1">
            <a:off x="2077285" y="4810814"/>
            <a:ext cx="8273723" cy="0"/>
          </a:xfrm>
          <a:prstGeom prst="line">
            <a:avLst/>
          </a:prstGeom>
          <a:ln w="6350">
            <a:solidFill>
              <a:schemeClr val="tx1">
                <a:lumMod val="75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605536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7012885" cy="1381432"/>
          </a:xfrm>
        </p:spPr>
        <p:txBody>
          <a:bodyPr anchor="t">
            <a:noAutofit/>
          </a:bodyPr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ABA73FC-7BD1-70E0-E0BB-062C0B9E495C}"/>
              </a:ext>
            </a:extLst>
          </p:cNvPr>
          <p:cNvCxnSpPr>
            <a:cxnSpLocks/>
          </p:cNvCxnSpPr>
          <p:nvPr/>
        </p:nvCxnSpPr>
        <p:spPr>
          <a:xfrm flipH="1">
            <a:off x="394716" y="303297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E12F779-E4E9-1000-6D97-63D7AD0CD426}"/>
              </a:ext>
            </a:extLst>
          </p:cNvPr>
          <p:cNvSpPr/>
          <p:nvPr/>
        </p:nvSpPr>
        <p:spPr>
          <a:xfrm rot="5400000" flipH="1">
            <a:off x="4765041" y="-568961"/>
            <a:ext cx="2661919" cy="12192002"/>
          </a:xfrm>
          <a:prstGeom prst="rect">
            <a:avLst/>
          </a:prstGeom>
          <a:gradFill>
            <a:gsLst>
              <a:gs pos="51000">
                <a:schemeClr val="bg2">
                  <a:alpha val="0"/>
                </a:schemeClr>
              </a:gs>
              <a:gs pos="98276">
                <a:schemeClr val="tx2"/>
              </a:gs>
              <a:gs pos="85000">
                <a:schemeClr val="accent1">
                  <a:alpha val="8500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1177CF-A7A2-912C-416D-E7E03D2C5291}"/>
              </a:ext>
            </a:extLst>
          </p:cNvPr>
          <p:cNvSpPr/>
          <p:nvPr/>
        </p:nvSpPr>
        <p:spPr>
          <a:xfrm rot="5400000" flipH="1">
            <a:off x="4516120" y="-817882"/>
            <a:ext cx="3159760" cy="12192003"/>
          </a:xfrm>
          <a:prstGeom prst="rect">
            <a:avLst/>
          </a:prstGeom>
          <a:gradFill>
            <a:gsLst>
              <a:gs pos="62000">
                <a:schemeClr val="bg2">
                  <a:alpha val="0"/>
                </a:schemeClr>
              </a:gs>
              <a:gs pos="98276">
                <a:schemeClr val="accent5"/>
              </a:gs>
              <a:gs pos="88000">
                <a:schemeClr val="accent3">
                  <a:alpha val="49000"/>
                </a:scheme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3230" y="3429000"/>
            <a:ext cx="11171699" cy="24656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330806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3CA1D0-5ABF-E529-5411-F834222E48FC}"/>
              </a:ext>
            </a:extLst>
          </p:cNvPr>
          <p:cNvSpPr/>
          <p:nvPr/>
        </p:nvSpPr>
        <p:spPr>
          <a:xfrm rot="5400000">
            <a:off x="5020923" y="-2430130"/>
            <a:ext cx="1825034" cy="11866880"/>
          </a:xfrm>
          <a:prstGeom prst="rect">
            <a:avLst/>
          </a:prstGeom>
          <a:gradFill>
            <a:gsLst>
              <a:gs pos="41000">
                <a:schemeClr val="bg1">
                  <a:alpha val="0"/>
                </a:schemeClr>
              </a:gs>
              <a:gs pos="85612">
                <a:schemeClr val="accent4">
                  <a:alpha val="7800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0F5D87-BF9C-3DAE-D977-87A4FA7749F4}"/>
              </a:ext>
            </a:extLst>
          </p:cNvPr>
          <p:cNvSpPr/>
          <p:nvPr/>
        </p:nvSpPr>
        <p:spPr>
          <a:xfrm rot="10800000" flipH="1">
            <a:off x="0" y="2590790"/>
            <a:ext cx="12192000" cy="1825033"/>
          </a:xfrm>
          <a:prstGeom prst="rect">
            <a:avLst/>
          </a:prstGeom>
          <a:gradFill>
            <a:gsLst>
              <a:gs pos="68000">
                <a:schemeClr val="bg2">
                  <a:alpha val="0"/>
                </a:schemeClr>
              </a:gs>
              <a:gs pos="98851">
                <a:schemeClr val="accent5">
                  <a:lumMod val="60000"/>
                  <a:lumOff val="40000"/>
                </a:schemeClr>
              </a:gs>
              <a:gs pos="89000">
                <a:schemeClr val="accent3">
                  <a:lumMod val="60000"/>
                  <a:lumOff val="40000"/>
                  <a:alpha val="3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6095999" cy="1454506"/>
          </a:xfrm>
        </p:spPr>
        <p:txBody>
          <a:bodyPr anchor="t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20000" y="3337560"/>
            <a:ext cx="3595171" cy="282858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200" dirty="0"/>
            </a:lvl3pPr>
            <a:lvl4pPr marL="685800" indent="0">
              <a:buNone/>
              <a:defRPr lang="en-US" sz="1100" dirty="0"/>
            </a:lvl4pPr>
            <a:lvl5pPr marL="914400" indent="0">
              <a:buNone/>
              <a:defRPr lang="en-US" sz="105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6934352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0858500" cy="69238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0A35E0D-62A8-3554-9B0A-F98F410BA73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1806575"/>
            <a:ext cx="5165725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59B3B287-1823-BE94-2755-A041E87636A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1" y="1806575"/>
            <a:ext cx="4991100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FB33C1-66E4-5420-EAC7-ECB72519298E}"/>
              </a:ext>
            </a:extLst>
          </p:cNvPr>
          <p:cNvCxnSpPr>
            <a:cxnSpLocks/>
          </p:cNvCxnSpPr>
          <p:nvPr/>
        </p:nvCxnSpPr>
        <p:spPr>
          <a:xfrm flipH="1">
            <a:off x="394716" y="158496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65309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6AE5CFF-8C53-04B8-D45D-5572C54FE40F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1585448" cy="6620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705EA491-E08A-48B5-7211-33514A94530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59980DF-BFB1-0E16-FE9E-D2D30ED180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EA97154-58A7-DD75-CD73-93F442F3412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1775779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13701989-F794-F145-FEEE-631718E4D69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2492481"/>
            <a:ext cx="5165725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20840" y="1775777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A3BB3E04-BBB2-1EB1-AF01-EFE05E00427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0" y="2492481"/>
            <a:ext cx="5181907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92CF81-A7A7-1362-125E-EEC5C8BD16E7}"/>
              </a:ext>
            </a:extLst>
          </p:cNvPr>
          <p:cNvCxnSpPr>
            <a:cxnSpLocks/>
          </p:cNvCxnSpPr>
          <p:nvPr/>
        </p:nvCxnSpPr>
        <p:spPr>
          <a:xfrm flipH="1">
            <a:off x="394716" y="1579934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11E71789-6ED9-AA74-B78C-05CAF80B5536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74973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05840"/>
            <a:ext cx="9906000" cy="80104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78573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44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40.xml"/><Relationship Id="rId18" Type="http://schemas.openxmlformats.org/officeDocument/2006/relationships/slideLayout" Target="../slideLayouts/slideLayout45.xml"/><Relationship Id="rId26" Type="http://schemas.openxmlformats.org/officeDocument/2006/relationships/slideLayout" Target="../slideLayouts/slideLayout53.xml"/><Relationship Id="rId3" Type="http://schemas.openxmlformats.org/officeDocument/2006/relationships/slideLayout" Target="../slideLayouts/slideLayout30.xml"/><Relationship Id="rId21" Type="http://schemas.openxmlformats.org/officeDocument/2006/relationships/slideLayout" Target="../slideLayouts/slideLayout48.xml"/><Relationship Id="rId7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9.xml"/><Relationship Id="rId17" Type="http://schemas.openxmlformats.org/officeDocument/2006/relationships/slideLayout" Target="../slideLayouts/slideLayout44.xml"/><Relationship Id="rId25" Type="http://schemas.openxmlformats.org/officeDocument/2006/relationships/slideLayout" Target="../slideLayouts/slideLayout52.xml"/><Relationship Id="rId2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43.xml"/><Relationship Id="rId20" Type="http://schemas.openxmlformats.org/officeDocument/2006/relationships/slideLayout" Target="../slideLayouts/slideLayout47.xml"/><Relationship Id="rId1" Type="http://schemas.openxmlformats.org/officeDocument/2006/relationships/slideLayout" Target="../slideLayouts/slideLayout28.xml"/><Relationship Id="rId6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8.xml"/><Relationship Id="rId2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32.xml"/><Relationship Id="rId15" Type="http://schemas.openxmlformats.org/officeDocument/2006/relationships/slideLayout" Target="../slideLayouts/slideLayout42.xml"/><Relationship Id="rId23" Type="http://schemas.openxmlformats.org/officeDocument/2006/relationships/slideLayout" Target="../slideLayouts/slideLayout50.xml"/><Relationship Id="rId28" Type="http://schemas.openxmlformats.org/officeDocument/2006/relationships/theme" Target="../theme/theme2.xml"/><Relationship Id="rId10" Type="http://schemas.openxmlformats.org/officeDocument/2006/relationships/slideLayout" Target="../slideLayouts/slideLayout37.xml"/><Relationship Id="rId19" Type="http://schemas.openxmlformats.org/officeDocument/2006/relationships/slideLayout" Target="../slideLayouts/slideLayout46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4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49.xml"/><Relationship Id="rId27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98EFF-E3C5-E79D-1BD3-016E84949F9C}"/>
              </a:ext>
            </a:extLst>
          </p:cNvPr>
          <p:cNvCxnSpPr>
            <a:cxnSpLocks/>
          </p:cNvCxnSpPr>
          <p:nvPr/>
        </p:nvCxnSpPr>
        <p:spPr>
          <a:xfrm>
            <a:off x="0" y="789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478947-1D67-18A4-7E48-5B4B2F97F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935798"/>
            <a:ext cx="11253668" cy="66569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E08CA-9517-ABC1-E915-31EA6D7B7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0559" y="1707581"/>
            <a:ext cx="11253668" cy="48483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983D-E783-AAEC-26DB-4B3F6511C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7773" y="207982"/>
            <a:ext cx="2963692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54426-0A97-D20B-FD06-9648AED77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80069" y="207982"/>
            <a:ext cx="1921315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13386-8E2A-2962-4804-81558038BA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8870" y="207982"/>
            <a:ext cx="546447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850" b="1" cap="all" baseline="0"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143C14-E680-3360-0E4D-DA502AF50E8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978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Classified as Microsoft Confidential</a:t>
            </a:r>
          </a:p>
        </p:txBody>
      </p:sp>
    </p:spTree>
    <p:extLst>
      <p:ext uri="{BB962C8B-B14F-4D97-AF65-F5344CB8AC3E}">
        <p14:creationId xmlns:p14="http://schemas.microsoft.com/office/powerpoint/2010/main" val="598828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400" rtl="0" eaLnBrk="1" latinLnBrk="0" hangingPunct="1">
        <a:lnSpc>
          <a:spcPct val="70000"/>
        </a:lnSpc>
        <a:spcBef>
          <a:spcPct val="0"/>
        </a:spcBef>
        <a:buNone/>
        <a:defRPr sz="4000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80">
          <p15:clr>
            <a:srgbClr val="F26B43"/>
          </p15:clr>
        </p15:guide>
        <p15:guide id="2" pos="264">
          <p15:clr>
            <a:srgbClr val="F26B43"/>
          </p15:clr>
        </p15:guide>
        <p15:guide id="3" pos="7416">
          <p15:clr>
            <a:srgbClr val="F26B43"/>
          </p15:clr>
        </p15:guide>
        <p15:guide id="4" orient="horz" pos="3816">
          <p15:clr>
            <a:srgbClr val="F26B43"/>
          </p15:clr>
        </p15:guide>
        <p15:guide id="5" pos="7200">
          <p15:clr>
            <a:srgbClr val="F26B43"/>
          </p15:clr>
        </p15:guide>
        <p15:guide id="6" pos="504">
          <p15:clr>
            <a:srgbClr val="F26B43"/>
          </p15:clr>
        </p15:guide>
        <p15:guide id="7" orient="horz" pos="4128">
          <p15:clr>
            <a:srgbClr val="F26B43"/>
          </p15:clr>
        </p15:guide>
        <p15:guide id="8" orient="horz" pos="1056">
          <p15:clr>
            <a:srgbClr val="F26B43"/>
          </p15:clr>
        </p15:guide>
        <p15:guide id="9" pos="4584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869140"/>
            <a:ext cx="11604046" cy="9692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1752" y="210114"/>
            <a:ext cx="1759288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22485" y="210114"/>
            <a:ext cx="2509284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0323" y="210114"/>
            <a:ext cx="605475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2047284"/>
            <a:ext cx="11604046" cy="4234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3E5EF3F-856F-01A0-B658-94EAB13FC060}"/>
              </a:ext>
            </a:extLst>
          </p:cNvPr>
          <p:cNvCxnSpPr>
            <a:cxnSpLocks/>
          </p:cNvCxnSpPr>
          <p:nvPr/>
        </p:nvCxnSpPr>
        <p:spPr>
          <a:xfrm flipH="1">
            <a:off x="394716" y="751313"/>
            <a:ext cx="1140256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32632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22" r:id="rId6"/>
    <p:sldLayoutId id="2147483723" r:id="rId7"/>
    <p:sldLayoutId id="2147483724" r:id="rId8"/>
    <p:sldLayoutId id="2147483725" r:id="rId9"/>
    <p:sldLayoutId id="2147483726" r:id="rId10"/>
    <p:sldLayoutId id="2147483727" r:id="rId11"/>
    <p:sldLayoutId id="2147483728" r:id="rId12"/>
    <p:sldLayoutId id="2147483729" r:id="rId13"/>
    <p:sldLayoutId id="2147483730" r:id="rId14"/>
    <p:sldLayoutId id="2147483731" r:id="rId15"/>
    <p:sldLayoutId id="2147483732" r:id="rId16"/>
    <p:sldLayoutId id="2147483733" r:id="rId17"/>
    <p:sldLayoutId id="2147483734" r:id="rId18"/>
    <p:sldLayoutId id="2147483735" r:id="rId19"/>
    <p:sldLayoutId id="2147483736" r:id="rId20"/>
    <p:sldLayoutId id="2147483737" r:id="rId21"/>
    <p:sldLayoutId id="2147483738" r:id="rId22"/>
    <p:sldLayoutId id="2147483739" r:id="rId23"/>
    <p:sldLayoutId id="2147483740" r:id="rId24"/>
    <p:sldLayoutId id="2147483741" r:id="rId25"/>
    <p:sldLayoutId id="2147483742" r:id="rId26"/>
    <p:sldLayoutId id="2147483743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800" b="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1" pos="168">
          <p15:clr>
            <a:srgbClr val="F26B43"/>
          </p15:clr>
        </p15:guide>
        <p15:guide id="22" orient="horz" pos="2160">
          <p15:clr>
            <a:srgbClr val="F26B43"/>
          </p15:clr>
        </p15:guide>
        <p15:guide id="23" pos="4800">
          <p15:clr>
            <a:srgbClr val="F26B43"/>
          </p15:clr>
        </p15:guide>
        <p15:guide id="24" orient="horz" pos="480">
          <p15:clr>
            <a:srgbClr val="F26B43"/>
          </p15:clr>
        </p15:guide>
        <p15:guide id="25" orient="horz" pos="864">
          <p15:clr>
            <a:srgbClr val="F26B43"/>
          </p15:clr>
        </p15:guide>
        <p15:guide id="26" pos="7392">
          <p15:clr>
            <a:srgbClr val="F26B43"/>
          </p15:clr>
        </p15:guide>
        <p15:guide id="27" orient="horz" pos="3840">
          <p15:clr>
            <a:srgbClr val="F26B43"/>
          </p15:clr>
        </p15:guide>
        <p15:guide id="28" pos="240">
          <p15:clr>
            <a:srgbClr val="F26B43"/>
          </p15:clr>
        </p15:guide>
        <p15:guide id="29" pos="74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46888" y="594360"/>
            <a:ext cx="11365992" cy="5440680"/>
          </a:xfrm>
          <a:prstGeom prst="roundRect">
            <a:avLst/>
          </a:prstGeom>
          <a:solidFill>
            <a:srgbClr val="FFFFFF"/>
          </a:solidFill>
          <a:ln w="9144">
            <a:solidFill>
              <a:srgbClr val="DE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685800"/>
            <a:ext cx="10698480" cy="59436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AI Operations Assistant Using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1069848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122A46"/>
                </a:solidFill>
                <a:latin typeface="Times New Roman"/>
              </a:rPr>
              <a:t>Secure multi-user access for IT support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657600" cy="3200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Ajay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04288"/>
            <a:ext cx="4114800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122A46"/>
                </a:solidFill>
                <a:latin typeface="Times New Roman"/>
              </a:rPr>
              <a:t>helloajay21@gmail.com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71800"/>
            <a:ext cx="50749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GitHub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helloajay21-max / -it-support-assistant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971800"/>
            <a:ext cx="50749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Azure Application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it-support-ajay-001.azurewebsites.net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51960"/>
            <a:ext cx="1042416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122A46"/>
                </a:solidFill>
                <a:latin typeface="Times New Roman"/>
              </a:rPr>
              <a:t>Administrator: approvals • lifecycle • governance     |     Normal Employee: self-service • tickets • VPN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74920"/>
            <a:ext cx="10424160" cy="3200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122A46"/>
                </a:solidFill>
                <a:latin typeface="Times New Roman"/>
              </a:rPr>
              <a:t>LangGraph • LangChain • MCP • Streamlit • Azure OpenAI • Docker • ACR • Azure Container Apps • GitHub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122A46"/>
                </a:solidFill>
                <a:latin typeface="Times New Roman"/>
              </a:rPr>
              <a:t>AI Operations Assistant • Ajay Kumar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Business 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 secure multi-user agentic workflow for IT operations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5303520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Business Challenge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IT support requires secure login, employee lookup, ticket management, VPN support and profile actions. Different permissions are required for administrators and normal employees.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303520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Solution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The assistant authenticates users, identifies their role, routes requests through LangGraph and executes only authorized capabilities through MCP and enterprise services.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5468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ROLE-AWARE OPERATING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566160"/>
            <a:ext cx="324612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Administrator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Approve • register • manage • delete • govern tickets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3566160"/>
            <a:ext cx="324612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Normal Employee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Profile • password • permitted tickets • VPN self-service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3566160"/>
            <a:ext cx="324612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Agentic Control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Authenticate → identify role → authorize → execute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23360" y="4041648"/>
            <a:ext cx="45720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26679" y="4041648"/>
            <a:ext cx="457200" cy="0"/>
          </a:xfrm>
          <a:prstGeom prst="line">
            <a:avLst/>
          </a:prstGeom>
          <a:ln w="22860">
            <a:solidFill>
              <a:srgbClr val="008C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4983480"/>
            <a:ext cx="10332720" cy="6400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Outcome: one conversational interface with different permissions, visibility and operational actions based on the authenticated user role.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AI Operations Assistant • Ajay Kumar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Agentic AI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Authentication, role governance, LangGraph, MCP and Azure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SECURE REQUEST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178308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Secure Access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Signup / login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23160" y="2029968"/>
            <a:ext cx="54864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71800" y="1600200"/>
            <a:ext cx="178308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 &amp; RBAC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 / Employee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54880" y="2029968"/>
            <a:ext cx="548640" cy="0"/>
          </a:xfrm>
          <a:prstGeom prst="line">
            <a:avLst/>
          </a:prstGeom>
          <a:ln w="2286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303520" y="1600200"/>
            <a:ext cx="178308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LangGraph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Intent + state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86600" y="2029968"/>
            <a:ext cx="548640" cy="0"/>
          </a:xfrm>
          <a:prstGeom prst="line">
            <a:avLst/>
          </a:prstGeom>
          <a:ln w="2286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635240" y="1600200"/>
            <a:ext cx="178308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MCP / Tools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Governed actions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418319" y="2029968"/>
            <a:ext cx="548641" cy="0"/>
          </a:xfrm>
          <a:prstGeom prst="line">
            <a:avLst/>
          </a:prstGeom>
          <a:ln w="2286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66960" y="1600200"/>
            <a:ext cx="178308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Enterprise Services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DB • AI • Email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83464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ROLE-BASED OPERATIONS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46120"/>
            <a:ext cx="324612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Administrator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Approvals • employee lifecycle • deletion • ticket governance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246120"/>
            <a:ext cx="324612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Normal Employee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Own profile • password • permitted tickets • VPN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246120"/>
            <a:ext cx="324612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Shared Foundation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LangGraph • MCP • DB • Azure OpenAI • Email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7200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CONTROL POINTS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937760"/>
            <a:ext cx="32461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Authentication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Hashed passwords + protected admin identity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4937760"/>
            <a:ext cx="32461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Authorization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Sensitive tools restricted by role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4937760"/>
            <a:ext cx="32461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Data Safety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Current employee/ticket mapping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AI Operations Assistant • Ajay Kumar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Intelligent Ticket Creation &amp; Employee Resolution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Real-time employee creation, current mapping and role-aware ticket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TICKET REQUEST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82880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1. Authenticate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Current signed-in user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31720" y="2103120"/>
            <a:ext cx="457200" cy="0"/>
          </a:xfrm>
          <a:prstGeom prst="line">
            <a:avLst/>
          </a:prstGeom>
          <a:ln w="22860">
            <a:solidFill>
              <a:srgbClr val="008C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88920" y="1645920"/>
            <a:ext cx="182880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2. Authorize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Role + permission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17720" y="2103120"/>
            <a:ext cx="45720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4920" y="1645920"/>
            <a:ext cx="182880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3. Resolve Employee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Current EMP#### mapping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03720" y="2103120"/>
            <a:ext cx="457200" cy="0"/>
          </a:xfrm>
          <a:prstGeom prst="line">
            <a:avLst/>
          </a:prstGeom>
          <a:ln w="2286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60920" y="1645920"/>
            <a:ext cx="182880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4. Create if Missing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Generate + persist EMP####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89720" y="2103120"/>
            <a:ext cx="457200" cy="0"/>
          </a:xfrm>
          <a:prstGeom prst="line">
            <a:avLst/>
          </a:prstGeom>
          <a:ln w="2286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46920" y="1645920"/>
            <a:ext cx="182880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5. Ticket Action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Create / view / manage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5468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Real-Time Employee Creation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If the employee is missing, create and persist the employee before completing the ticket.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15468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Mapping Safety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Use the current employee record to avoid stale or invalid employee IDs.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315468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Visibility Control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Return only the employee/ticket information allowed for the current role.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434840"/>
            <a:ext cx="10241280" cy="68580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Result: Authenticated User → Authorization → Current Employee → DB Validation/Update → Governed Ticket Action → Response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AI Operations Assistant • Ajay Kumar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Multi-User Employee Lifecycle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Administrator governance and normal-employee self-service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 RESPONSIBILITIES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Normal Employee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Update own contact information and password; access permitted support functions.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4592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Administrator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Approve/reject registration; manage lifecycle; deactivate or delete; govern actions.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64592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Shared Identity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Unique EMP####, role, profile and current database mapping.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EMPLOYEE LIFECYCLE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291840"/>
            <a:ext cx="196596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Register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Required fields + unique email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3675887"/>
            <a:ext cx="320040" cy="0"/>
          </a:xfrm>
          <a:prstGeom prst="line">
            <a:avLst/>
          </a:prstGeom>
          <a:ln w="2286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80360" y="3291840"/>
            <a:ext cx="196596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Approve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 governance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46320" y="3675887"/>
            <a:ext cx="32004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66360" y="3291840"/>
            <a:ext cx="196596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Generate ID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Unique EMP####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3675887"/>
            <a:ext cx="320040" cy="0"/>
          </a:xfrm>
          <a:prstGeom prst="line">
            <a:avLst/>
          </a:prstGeom>
          <a:ln w="2286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52360" y="3291840"/>
            <a:ext cx="196596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Persist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Safe DB write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0" y="3675887"/>
            <a:ext cx="320040" cy="0"/>
          </a:xfrm>
          <a:prstGeom prst="line">
            <a:avLst/>
          </a:prstGeom>
          <a:ln w="2286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738360" y="3291840"/>
            <a:ext cx="196596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Operate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Role-based visibility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572000"/>
            <a:ext cx="315468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Soft Deactivation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Admin-only; preserve history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4572000"/>
            <a:ext cx="315468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Hard Deletion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Admin-only; cleanup + safety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4572000"/>
            <a:ext cx="315468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Self-Service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Normal employee profile/password changes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AI Operations Assistant • Ajay Kumar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MCP &amp; Tool Integration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Role-governed access to operational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GOVERNED TOOL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224028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LangGraph Agent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Intent • state • role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26080" y="2103120"/>
            <a:ext cx="548640" cy="0"/>
          </a:xfrm>
          <a:prstGeom prst="line">
            <a:avLst/>
          </a:prstGeom>
          <a:ln w="2286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74720" y="1645920"/>
            <a:ext cx="224028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Authorization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Role + permission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15000" y="2103120"/>
            <a:ext cx="54864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63640" y="1645920"/>
            <a:ext cx="224028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MCP / Tool Layer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Governed capability access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503920" y="2103120"/>
            <a:ext cx="548639" cy="0"/>
          </a:xfrm>
          <a:prstGeom prst="line">
            <a:avLst/>
          </a:prstGeom>
          <a:ln w="2286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52559" y="1645920"/>
            <a:ext cx="224028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Enterprise Services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DB • KB • Email • Azure OpenAI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154680"/>
            <a:ext cx="51663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Administrator Tools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Approve/reject • employee lifecycle • deletion • ticket governance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154680"/>
            <a:ext cx="51663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Normal Employee Tools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Own profile • password • permitted tickets • VPN self-service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1024128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CD4848"/>
                </a:solidFill>
                <a:latin typeface="Times New Roman"/>
              </a:rPr>
              <a:t>Sensitive and destructive tools are blocked unless the authenticated role is authorized.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983480"/>
            <a:ext cx="292608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Knowledge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Search IT guidance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4983480"/>
            <a:ext cx="292608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Ticket Tools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Lookup • create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983480"/>
            <a:ext cx="292608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VPN / Email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Setup • secure reset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AI Operations Assistant • Ajay Kumar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Containerization &amp;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Reproducible Docker delivery with protected runtime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69848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DELIVERY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874519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Source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GitHub repository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77439" y="2057400"/>
            <a:ext cx="411481" cy="0"/>
          </a:xfrm>
          <a:prstGeom prst="line">
            <a:avLst/>
          </a:prstGeom>
          <a:ln w="2286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88920" y="1645920"/>
            <a:ext cx="1874519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Dockerfile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Base image + dependencies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057400"/>
            <a:ext cx="411480" cy="0"/>
          </a:xfrm>
          <a:prstGeom prst="line">
            <a:avLst/>
          </a:prstGeom>
          <a:ln w="2286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4920" y="1645920"/>
            <a:ext cx="1874519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Build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Application image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49440" y="2057400"/>
            <a:ext cx="411480" cy="0"/>
          </a:xfrm>
          <a:prstGeom prst="line">
            <a:avLst/>
          </a:prstGeom>
          <a:ln w="2286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60920" y="1645920"/>
            <a:ext cx="1874519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Registry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Push to ACR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235440" y="2057400"/>
            <a:ext cx="411480" cy="0"/>
          </a:xfrm>
          <a:prstGeom prst="line">
            <a:avLst/>
          </a:prstGeom>
          <a:ln w="22860">
            <a:solidFill>
              <a:srgbClr val="009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46920" y="1645920"/>
            <a:ext cx="1874519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Deploy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Azure Container Apps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15468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Environment Secrets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DB, SMTP and AI configuration supplied securely at runtime.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15468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Secure SMTP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VPN setup and reset emails use controlled SMTP configuration.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315468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Safe Startup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Production startup/pruning and duplicate cleanup protect DB state.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DEPLOYMENT OUTCOME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92040"/>
            <a:ext cx="10241280" cy="6400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Code → Docker Image → Azure Container Registry → Azure Container Apps → Live Application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AI Operations Assistant • Ajay Kumar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Azure Cloud Deployment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2926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Deployment pipeline, secure application flow and Azure service integrations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1. DEPLOYMENT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205740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GitHub Actions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Build + deploy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417320"/>
            <a:ext cx="214884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Azure Container Registry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Docker images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417320"/>
            <a:ext cx="233172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Azure Container Apps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Running workload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1417320"/>
            <a:ext cx="233172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Live Web Endpoint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User access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773936"/>
            <a:ext cx="411480" cy="0"/>
          </a:xfrm>
          <a:prstGeom prst="line">
            <a:avLst/>
          </a:prstGeom>
          <a:ln w="2159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120640" y="1773936"/>
            <a:ext cx="411480" cy="0"/>
          </a:xfrm>
          <a:prstGeom prst="line">
            <a:avLst/>
          </a:prstGeom>
          <a:ln w="2159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863840" y="1773936"/>
            <a:ext cx="457200" cy="0"/>
          </a:xfrm>
          <a:prstGeom prst="line">
            <a:avLst/>
          </a:prstGeom>
          <a:ln w="2159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2450592"/>
            <a:ext cx="109728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2. SECURE APPLICATION FLOW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88920"/>
            <a:ext cx="205740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User Request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Browser / web access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800" y="2788920"/>
            <a:ext cx="214884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Secure Access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Login + role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32120" y="2788920"/>
            <a:ext cx="233172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LangGraph Agent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Intent + state + routing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2788920"/>
            <a:ext cx="233172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MCP / Tool Layer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Authorized tool calls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560320" y="3191256"/>
            <a:ext cx="411480" cy="0"/>
          </a:xfrm>
          <a:prstGeom prst="line">
            <a:avLst/>
          </a:prstGeom>
          <a:ln w="21590">
            <a:solidFill>
              <a:srgbClr val="008C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120640" y="3191256"/>
            <a:ext cx="411480" cy="0"/>
          </a:xfrm>
          <a:prstGeom prst="line">
            <a:avLst/>
          </a:prstGeom>
          <a:ln w="2159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63840" y="3191256"/>
            <a:ext cx="457200" cy="0"/>
          </a:xfrm>
          <a:prstGeom prst="line">
            <a:avLst/>
          </a:prstGeom>
          <a:ln w="2159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3913632"/>
            <a:ext cx="109728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3. AZURE / ENTERPRISE SERVICE INTEGRATION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56225" y="4014216"/>
            <a:ext cx="251460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Azure OpenAI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LLM inference / agent reasoning</a:t>
            </a:r>
          </a:p>
        </p:txBody>
      </p:sp>
      <p:cxnSp>
        <p:nvCxnSpPr>
          <p:cNvPr id="23" name="Connector 22"/>
          <p:cNvCxnSpPr>
            <a:cxnSpLocks/>
            <a:endCxn id="22" idx="0"/>
          </p:cNvCxnSpPr>
          <p:nvPr/>
        </p:nvCxnSpPr>
        <p:spPr>
          <a:xfrm>
            <a:off x="6697980" y="3593592"/>
            <a:ext cx="15545" cy="420624"/>
          </a:xfrm>
          <a:prstGeom prst="line">
            <a:avLst/>
          </a:prstGeom>
          <a:ln w="21590">
            <a:solidFill>
              <a:srgbClr val="009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75320" y="4041648"/>
            <a:ext cx="242316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Operational Tool Gateway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DB + Email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86900" y="3593592"/>
            <a:ext cx="0" cy="448056"/>
          </a:xfrm>
          <a:prstGeom prst="line">
            <a:avLst/>
          </a:prstGeom>
          <a:ln w="2159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360920" y="4892040"/>
            <a:ext cx="196596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Operational DB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Users • employees • tickets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4892040"/>
            <a:ext cx="196596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Email Service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VPN setup / reset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8343900" y="4572000"/>
            <a:ext cx="800100" cy="320040"/>
          </a:xfrm>
          <a:prstGeom prst="line">
            <a:avLst/>
          </a:prstGeom>
          <a:ln w="2159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012680" y="4572000"/>
            <a:ext cx="617220" cy="320040"/>
          </a:xfrm>
          <a:prstGeom prst="line">
            <a:avLst/>
          </a:prstGeom>
          <a:ln w="2159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74370" y="4215384"/>
            <a:ext cx="233172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Monitoring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Application/runtime health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625" y="5212080"/>
            <a:ext cx="2331720" cy="3200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 dirty="0">
                <a:solidFill>
                  <a:srgbClr val="E18228"/>
                </a:solidFill>
                <a:latin typeface="Times New Roman"/>
              </a:rPr>
              <a:t>Observes runtime health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454396"/>
            <a:ext cx="3490265" cy="873252"/>
          </a:xfrm>
          <a:prstGeom prst="roundRect">
            <a:avLst/>
          </a:prstGeom>
          <a:solidFill>
            <a:srgbClr val="F7FAFD"/>
          </a:solidFill>
          <a:ln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Architecture relationships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• LangGraph → Azure OpenAI for reasoning.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• MCP → DB / Email for operational actions.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• Monitoring observes application/runtime health.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66260" y="6025896"/>
            <a:ext cx="7452360" cy="384048"/>
          </a:xfrm>
          <a:prstGeom prst="roundRect">
            <a:avLst/>
          </a:prstGeom>
          <a:solidFill>
            <a:srgbClr val="F7FAFD"/>
          </a:solidFill>
          <a:ln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sz="1200" b="1" dirty="0">
                <a:solidFill>
                  <a:srgbClr val="122A46"/>
                </a:solidFill>
                <a:latin typeface="Times New Roman"/>
              </a:rPr>
              <a:t>Deployment: GitHub → ACR → Container Apps → Web  |  Runtime: User → Access → Agent → MCP → Services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AI Operations Assistant • Ajay Kumar | Azure deployment architecture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Core Capabilities by User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One assistant with role-specific access and shared agentic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NORMAL EMPLOYEE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Profile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Contact + password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0020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Tickets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Permitted requests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VPN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Setup + reset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59" y="160020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Knowledge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IT guidance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4320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ADMINISTRATOR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5468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Registration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Approve / reject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15468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Employees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Manage / deactivate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5468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Tickets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Govern / support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59" y="315468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Deletion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Admin-only cleanup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9768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SHARED AGENTIC FOUNDATION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709160"/>
            <a:ext cx="23317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LangGraph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Routing + state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4709160"/>
            <a:ext cx="23317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MCP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Tool integration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709160"/>
            <a:ext cx="23317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Database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Current mapping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39" y="4709160"/>
            <a:ext cx="23317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Azure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AI + runtime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AI Operations Assistant • Ajay Kumar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Security, Governance &amp; Production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Controls for identity, authorization, credentials, data and operations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Identity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Signup/login • hashed passwords • protected admin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173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RBAC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 approval • employee self-service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14173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Credentials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One-time reset token • expiry • VPN email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889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Database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Duplicate cleanup • safe startup • valid mapping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7889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Email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Controlled SMTP • password dispatch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7889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Observability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Authentication • tools • errors •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484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ROLE-AWARE SECURITY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846320"/>
            <a:ext cx="1828800" cy="5943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Login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14600" y="5138928"/>
            <a:ext cx="41148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26080" y="4846320"/>
            <a:ext cx="1828800" cy="5943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 / RBAC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54880" y="5138928"/>
            <a:ext cx="411480" cy="0"/>
          </a:xfrm>
          <a:prstGeom prst="line">
            <a:avLst/>
          </a:prstGeom>
          <a:ln w="2286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66360" y="4846320"/>
            <a:ext cx="1828800" cy="5943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Authorize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95160" y="5138928"/>
            <a:ext cx="411480" cy="0"/>
          </a:xfrm>
          <a:prstGeom prst="line">
            <a:avLst/>
          </a:prstGeom>
          <a:ln w="2286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06640" y="4846320"/>
            <a:ext cx="1828800" cy="5943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Execute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35440" y="5138928"/>
            <a:ext cx="411480" cy="0"/>
          </a:xfrm>
          <a:prstGeom prst="line">
            <a:avLst/>
          </a:prstGeom>
          <a:ln w="2286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646920" y="4846320"/>
            <a:ext cx="1828800" cy="5943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Monitor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AI Operations Assistant • Ajay Kumar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271869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 dirty="0">
                <a:latin typeface="Times New Roman"/>
              </a:rPr>
              <a:t>Project Summary &amp; Key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 dirty="0">
                <a:latin typeface="Times New Roman"/>
              </a:rPr>
              <a:t>A secure multi-user AI operations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Administrator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Governed operational 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4173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Normal Employee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Secure self-service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14173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Agentic Platform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LangGraph + MCP + Azure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31920" y="1874519"/>
            <a:ext cx="54864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726679" y="1874519"/>
            <a:ext cx="548641" cy="0"/>
          </a:xfrm>
          <a:prstGeom prst="line">
            <a:avLst/>
          </a:prstGeom>
          <a:ln w="22860">
            <a:solidFill>
              <a:srgbClr val="008C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83464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KEY OUTCOMES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246120"/>
            <a:ext cx="251460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Secure Access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Multi-user authentication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3246120"/>
            <a:ext cx="251460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 Governance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 vs employee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246120"/>
            <a:ext cx="251460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Operational AI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Tickets • employees • VPN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3246120"/>
            <a:ext cx="251460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Cloud Delivery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Docker • ACR • Azure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17720"/>
            <a:ext cx="1024128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 dirty="0">
                <a:latin typeface="Times New Roman"/>
              </a:rPr>
              <a:t>Login → Role → Authorization → Agentic Routing → MCP / Tools → DB / AI / Email → Controlled Response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440680"/>
            <a:ext cx="1024128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 dirty="0">
                <a:latin typeface="Times New Roman"/>
              </a:rPr>
              <a:t>AI Operations Assistant Using Agentic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1097280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 dirty="0">
                <a:latin typeface="Times New Roman"/>
              </a:rPr>
              <a:t>AI Operations Assistant • Ajay Kumar |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torial">
  <a:themeElements>
    <a:clrScheme name="Editorial">
      <a:dk1>
        <a:sysClr val="windowText" lastClr="000000"/>
      </a:dk1>
      <a:lt1>
        <a:sysClr val="window" lastClr="FFFFFF"/>
      </a:lt1>
      <a:dk2>
        <a:srgbClr val="171717"/>
      </a:dk2>
      <a:lt2>
        <a:srgbClr val="F7F6F3"/>
      </a:lt2>
      <a:accent1>
        <a:srgbClr val="C8350F"/>
      </a:accent1>
      <a:accent2>
        <a:srgbClr val="B6A992"/>
      </a:accent2>
      <a:accent3>
        <a:srgbClr val="D59A6D"/>
      </a:accent3>
      <a:accent4>
        <a:srgbClr val="C7793D"/>
      </a:accent4>
      <a:accent5>
        <a:srgbClr val="DB8464"/>
      </a:accent5>
      <a:accent6>
        <a:srgbClr val="3F7699"/>
      </a:accent6>
      <a:hlink>
        <a:srgbClr val="C8350F"/>
      </a:hlink>
      <a:folHlink>
        <a:srgbClr val="DB8464"/>
      </a:folHlink>
    </a:clrScheme>
    <a:fontScheme name="Custom 22">
      <a:majorFont>
        <a:latin typeface="Haettenschweiler"/>
        <a:ea typeface=""/>
        <a:cs typeface=""/>
      </a:majorFont>
      <a:minorFont>
        <a:latin typeface="Trade Gothic Nex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ditorial" id="{71EC1670-473B-4381-BA1C-B02CC96DD716}" vid="{C5D3EF77-ADD0-40FD-A769-C339DAE739D1}"/>
    </a:ext>
  </a:extLst>
</a:theme>
</file>

<file path=ppt/theme/theme2.xml><?xml version="1.0" encoding="utf-8"?>
<a:theme xmlns:a="http://schemas.openxmlformats.org/drawingml/2006/main" name="Dark Gradient">
  <a:themeElements>
    <a:clrScheme name="Dark Gradient">
      <a:dk1>
        <a:sysClr val="windowText" lastClr="000000"/>
      </a:dk1>
      <a:lt1>
        <a:sysClr val="window" lastClr="FFFFFF"/>
      </a:lt1>
      <a:dk2>
        <a:srgbClr val="0B0C12"/>
      </a:dk2>
      <a:lt2>
        <a:srgbClr val="ECF0FB"/>
      </a:lt2>
      <a:accent1>
        <a:srgbClr val="4970FF"/>
      </a:accent1>
      <a:accent2>
        <a:srgbClr val="712ED5"/>
      </a:accent2>
      <a:accent3>
        <a:srgbClr val="00C4B6"/>
      </a:accent3>
      <a:accent4>
        <a:srgbClr val="3633D1"/>
      </a:accent4>
      <a:accent5>
        <a:srgbClr val="4AB1FE"/>
      </a:accent5>
      <a:accent6>
        <a:srgbClr val="9E2FD5"/>
      </a:accent6>
      <a:hlink>
        <a:srgbClr val="4970FF"/>
      </a:hlink>
      <a:folHlink>
        <a:srgbClr val="8E24FF"/>
      </a:folHlink>
    </a:clrScheme>
    <a:fontScheme name="Custom 53">
      <a:majorFont>
        <a:latin typeface="Arial Nova Light"/>
        <a:ea typeface=""/>
        <a:cs typeface=""/>
      </a:majorFont>
      <a:minorFont>
        <a:latin typeface="Arial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rk gradient" id="{E11C298A-C952-4C7C-AD82-FDE632A020A2}" vid="{C429265E-EED5-40F2-8F51-E02F8E47A73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Editorial</Template>
  <TotalTime>13</TotalTime>
  <Words>1166</Words>
  <Application>Microsoft Office PowerPoint</Application>
  <PresentationFormat>Widescreen</PresentationFormat>
  <Paragraphs>256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Aptos</vt:lpstr>
      <vt:lpstr>Arial</vt:lpstr>
      <vt:lpstr>Arial Nova Light</vt:lpstr>
      <vt:lpstr>Haettenschweiler</vt:lpstr>
      <vt:lpstr>Times New Roman</vt:lpstr>
      <vt:lpstr>Trade Gothic Next Light</vt:lpstr>
      <vt:lpstr>Editorial</vt:lpstr>
      <vt:lpstr>Dark Gradient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Ajay Kumar</cp:lastModifiedBy>
  <cp:revision>5</cp:revision>
  <dcterms:created xsi:type="dcterms:W3CDTF">2013-01-27T09:14:16Z</dcterms:created>
  <dcterms:modified xsi:type="dcterms:W3CDTF">2026-08-30T05:59:56Z</dcterms:modified>
  <cp:category/>
</cp:coreProperties>
</file>