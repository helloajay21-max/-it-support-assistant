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Arial"/>
              </a:rPr>
              <a:t>AI Operations Assistant Using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75569"/>
                </a:solidFill>
                <a:latin typeface="Arial"/>
              </a:rPr>
              <a:t>Capstone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5EB8"/>
                </a:solidFill>
                <a:latin typeface="Arial"/>
              </a:rPr>
              <a:t>Owner: Ajay Kumar | Email: helloajay21@gmail.com | Batch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Arial"/>
              </a:rPr>
              <a:t>GitHub: https://github.com/helloajay21-max/-it-support-assistant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475569"/>
                </a:solidFill>
                <a:latin typeface="Arial"/>
              </a:rPr>
              <a:t>Azure: https://it-support-ajay-001.azurewebsites.net/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492240"/>
            <a:ext cx="1170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75569"/>
                </a:solidFill>
                <a:latin typeface="Arial"/>
              </a:rPr>
              <a:t>Owner: Ajay Kumar | Email: helloajay21@gmail.com | Batch 1 | Project: AI Operations Assistant Using Agentic AI | GitHub: https://github.com/helloajay21-max/-it-support-assistant | Azure: https://it-support-ajay-001.azurewebsites.net/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The organization needed a centralized AI-based support assistant for: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Employee records and profile management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Ticket tracking and status visibility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VPN setup requests and email dispatch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Admin approval/rejection workflows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Secure user login and password management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  <a:r>
              <a:t>• Deployment on Azure with CI/CD</a:t>
            </a:r>
          </a:p>
          <a:p>
            <a:pPr>
              <a:spcAft>
                <a:spcPts val="800"/>
              </a:spcAft>
              <a:defRPr sz="2000">
                <a:latin typeface="Arial"/>
              </a:defRPr>
            </a:pP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Challenges handled: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Email dispatch failures and SMTP configuration issues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Incorrect ticket visibility and stale employee mapping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Security risk due to exposed or plain-text passwords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Reset-link reliability and expiry handling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Multi-user access and admin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92240"/>
            <a:ext cx="1170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75569"/>
                </a:solidFill>
                <a:latin typeface="Arial"/>
              </a:rPr>
              <a:t>Owner: Ajay Kumar | Email: helloajay21@gmail.com | Batch 1 | Project: AI Operations Assistant Using Agentic AI | GitHub: https://github.com/helloajay21-max/-it-support-assistant | Azure: https://it-support-ajay-001.azurewebsites.net/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Developed an AI Operations Assistant with: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• Secure login and user signup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• Password hashing in the database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• Admin-only approval and rejection workflows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• Direct VPN setup email with credentials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• Forgot-password reset workflow with secure tokens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• Normal-user profile update capability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• Correct employee and ticket visibility</a:t>
            </a:r>
          </a:p>
          <a:p>
            <a:pPr>
              <a:spcAft>
                <a:spcPts val="1000"/>
              </a:spcAft>
              <a:defRPr sz="1900">
                <a:latin typeface="Arial"/>
              </a:defRPr>
            </a:pPr>
            <a:r>
              <a:t>• Azure deployment with GitHub Actions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92240"/>
            <a:ext cx="1170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75569"/>
                </a:solidFill>
                <a:latin typeface="Arial"/>
              </a:rPr>
              <a:t>Owner: Ajay Kumar | Email: helloajay21@gmail.com | Batch 1 | Project: AI Operations Assistant Using Agentic AI | GitHub: https://github.com/helloajay21-max/-it-support-assistant | Azure: https://it-support-ajay-001.azurewebsites.net/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Key Features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1. Secure Authentication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Login and Sign-up flow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Hashed passwords in DB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Admin-only protection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Welcome message with active user name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2. Role-Based Access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Only Ajay Kumar can approve/reject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Normal users see same UI but limited actions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Admin profile protected from deletion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37160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3. Email and Ticket Workflow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Direct VPN email option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Approval emails with Azure links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Correct employee and ticket visibility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Org-wide status review for valid users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4. Deployment and Security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Forgot-password email reset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Secure token validation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SQLite repair for duplicate rows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• Azure CI/CD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92240"/>
            <a:ext cx="1170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75569"/>
                </a:solidFill>
                <a:latin typeface="Arial"/>
              </a:rPr>
              <a:t>Owner: Ajay Kumar | Email: helloajay21@gmail.com | Batch 1 | Project: AI Operations Assistant Using Agentic AI | GitHub: https://github.com/helloajay21-max/-it-support-assistant | Azure: https://it-support-ajay-001.azurewebsites.net/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1280160" cy="822960"/>
          </a:xfrm>
          <a:prstGeom prst="roundRect">
            <a:avLst/>
          </a:prstGeom>
          <a:solidFill>
            <a:srgbClr val="0EA5E9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GitHub
Repo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11680" y="2852927"/>
            <a:ext cx="548640" cy="20116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8880" y="2560320"/>
            <a:ext cx="1280160" cy="822960"/>
          </a:xfrm>
          <a:prstGeom prst="roundRect">
            <a:avLst/>
          </a:prstGeom>
          <a:solidFill>
            <a:srgbClr val="0EA5E9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GitHub
Actions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852927"/>
            <a:ext cx="548640" cy="20116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2560320"/>
            <a:ext cx="1280160" cy="822960"/>
          </a:xfrm>
          <a:prstGeom prst="roundRect">
            <a:avLst/>
          </a:prstGeom>
          <a:solidFill>
            <a:srgbClr val="0EA5E9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Docker
Hub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2852927"/>
            <a:ext cx="548640" cy="20116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2560320"/>
            <a:ext cx="1280160" cy="822960"/>
          </a:xfrm>
          <a:prstGeom prst="roundRect">
            <a:avLst/>
          </a:prstGeom>
          <a:solidFill>
            <a:srgbClr val="0EA5E9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Azure
App Service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23760" y="2852927"/>
            <a:ext cx="548640" cy="20116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0" y="2560320"/>
            <a:ext cx="1280160" cy="822960"/>
          </a:xfrm>
          <a:prstGeom prst="roundRect">
            <a:avLst/>
          </a:prstGeom>
          <a:solidFill>
            <a:srgbClr val="0EA5E9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Streamlit
UI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61120" y="2852927"/>
            <a:ext cx="548640" cy="20116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0" y="2560320"/>
            <a:ext cx="1280160" cy="822960"/>
          </a:xfrm>
          <a:prstGeom prst="roundRect">
            <a:avLst/>
          </a:prstGeom>
          <a:solidFill>
            <a:srgbClr val="0EA5E9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SQLite
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297680"/>
            <a:ext cx="201168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Users</a:t>
            </a:r>
          </a:p>
          <a:p>
            <a:pPr algn="ctr">
              <a:defRPr sz="1200" b="1">
                <a:latin typeface="Arial"/>
              </a:defRPr>
            </a:pPr>
            <a:r>
              <a:t>Admin / Employees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GitHub → Actions → Docker → Azure App Service → Streamlit App → SQLite DB →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492240"/>
            <a:ext cx="1170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75569"/>
                </a:solidFill>
                <a:latin typeface="Arial"/>
              </a:rPr>
              <a:t>Owner: Ajay Kumar | Email: helloajay21@gmail.com | Batch 1 | Project: AI Operations Assistant Using Agentic AI | GitHub: https://github.com/helloajay21-max/-it-support-assistant | Azure: https://it-support-ajay-001.azurewebsites.net/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Deployment &amp; Live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Live Application URL: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https://it-support-ajay-001.azurewebsites.net/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GitHub Repository: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https://github.com/helloajay21-max/-it-support-assistant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Deployment Model: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• GitHub push triggers GitHub Actions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• Docker image is built and pushed to Docker Hub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• Azure Web App is updated automatically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• Application restarts after successful deployment</a:t>
            </a:r>
          </a:p>
          <a:p>
            <a:pPr>
              <a:spcAft>
                <a:spcPts val="700"/>
              </a:spcAft>
              <a:defRPr sz="1800">
                <a:latin typeface="Arial"/>
              </a:defRPr>
            </a:pPr>
            <a:r>
              <a:t>• Secrets remain stored in GitHub and Azure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92240"/>
            <a:ext cx="1170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75569"/>
                </a:solidFill>
                <a:latin typeface="Arial"/>
              </a:rPr>
              <a:t>Owner: Ajay Kumar | Email: helloajay21@gmail.com | Batch 1 | Project: AI Operations Assistant Using Agentic AI | GitHub: https://github.com/helloajay21-max/-it-support-assistant | Azure: https://it-support-ajay-001.azurewebsites.net/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Results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The AI Operations Assistant now provides: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• Secure multi-user login and access control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• Admin-only approval/rejection workflow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• Direct VPN setup email with password dispatch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• Forgot-password reset with secure tokens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• Correct ticket and employee visibility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• Encrypted password storage in the database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• Stable Azure deployment using CI/CD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• Live production-ready deployment for the end user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Conclusion:</a:t>
            </a:r>
          </a:p>
          <a:p>
            <a:pPr>
              <a:spcAft>
                <a:spcPts val="800"/>
              </a:spcAft>
              <a:defRPr sz="1900">
                <a:latin typeface="Arial"/>
              </a:defRPr>
            </a:pPr>
            <a:r>
              <a:t>This solution delivers a secure, role-based, operationally useful AI support system that is ready for real-world deployment and business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492240"/>
            <a:ext cx="1170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75569"/>
                </a:solidFill>
                <a:latin typeface="Arial"/>
              </a:rPr>
              <a:t>Owner: Ajay Kumar | Email: helloajay21@gmail.com | Batch 1 | Project: AI Operations Assistant Using Agentic AI | GitHub: https://github.com/helloajay21-max/-it-support-assistant | Azure: https://it-support-ajay-001.azurewebsites.net/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