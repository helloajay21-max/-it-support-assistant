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F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005840"/>
            <a:ext cx="10515600" cy="3108960"/>
          </a:xfrm>
          <a:prstGeom prst="roundRect">
            <a:avLst/>
          </a:prstGeom>
          <a:solidFill>
            <a:srgbClr val="F2F6FA"/>
          </a:solidFill>
          <a:ln>
            <a:solidFill>
              <a:srgbClr val="0F4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46304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800">
                <a:solidFill>
                  <a:srgbClr val="131C29"/>
                </a:solidFill>
                <a:latin typeface="Arial"/>
              </a:rPr>
              <a:t>AI Operations Assistant Using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33172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5A6778"/>
                </a:solidFill>
                <a:latin typeface="Arial"/>
              </a:rPr>
              <a:t>Capstone Project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291840"/>
            <a:ext cx="92354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F4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0F4C91"/>
                </a:solidFill>
                <a:latin typeface="Arial"/>
              </a:rPr>
              <a:t>Owner: Ajay Kumar | Email: helloajay21@gmail.com | Batch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63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5A6778"/>
                </a:solidFill>
                <a:latin typeface="Arial"/>
              </a:rPr>
              <a:t>GitHub: https://github.com/helloajay21-max/-it-support-assistant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5A6778"/>
                </a:solidFill>
                <a:latin typeface="Arial"/>
              </a:rPr>
              <a:t>Azure: https://it-support-ajay-001.azurewebsites.net/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" y="6510528"/>
            <a:ext cx="1179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Owner: Ajay Kumar | Email: helloajay21@gmail.com | Batch 1 | Project: AI Operations Assistant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F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300">
                <a:solidFill>
                  <a:srgbClr val="131C29"/>
                </a:solidFill>
                <a:latin typeface="Arial"/>
              </a:rPr>
              <a:t>Business 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A6778"/>
                </a:solidFill>
                <a:latin typeface="Arial"/>
              </a:rPr>
              <a:t>Turning repetitive IT support into an intelligent, governed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846320" cy="42976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IT teams were handling repetitive support tasks manually across: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Employee lookup and onboarding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Ticket status and creation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VPN setup and password distribution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Admin approvals and rejections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Secure login and password reset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These activities caused delays, inconsistency, and security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371600"/>
            <a:ext cx="5303520" cy="42976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The solution is a secure AI assistant that: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Understands user intent through natural language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Routes work to the correct tool or workflow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Validates employee and ticket data in real time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Applies admin-only approvals and governance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Sends direct email actions for VPN and reset workflows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Delivers consistent, auditable support outcomes.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510528"/>
            <a:ext cx="1179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Owner: Ajay Kumar | Email: helloajay21@gmail.com | Batch 1 | Project: AI Operations Assistant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F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300">
                <a:solidFill>
                  <a:srgbClr val="131C29"/>
                </a:solidFill>
                <a:latin typeface="Arial"/>
              </a:rPr>
              <a:t>Agentic AI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A6778"/>
                </a:solidFill>
                <a:latin typeface="Arial"/>
              </a:rPr>
              <a:t>LangGraph orchestration with secure tool integration and Azure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645920" cy="914400"/>
          </a:xfrm>
          <a:prstGeom prst="roundRect">
            <a:avLst/>
          </a:prstGeom>
          <a:solidFill>
            <a:srgbClr val="F2F6FA"/>
          </a:solidFill>
          <a:ln>
            <a:solidFill>
              <a:srgbClr val="CB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38528"/>
            <a:ext cx="1463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100">
                <a:solidFill>
                  <a:srgbClr val="131C29"/>
                </a:solidFill>
                <a:latin typeface="Arial"/>
              </a:rPr>
              <a:t>Streamlit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25856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Chat + dashboard + actions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9728" cy="914400"/>
          </a:xfrm>
          <a:prstGeom prst="rect">
            <a:avLst/>
          </a:prstGeom>
          <a:solidFill>
            <a:srgbClr val="0F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68880" y="1828800"/>
            <a:ext cx="1645920" cy="914400"/>
          </a:xfrm>
          <a:prstGeom prst="roundRect">
            <a:avLst/>
          </a:prstGeom>
          <a:solidFill>
            <a:srgbClr val="F2F6FA"/>
          </a:solidFill>
          <a:ln>
            <a:solidFill>
              <a:srgbClr val="CB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1938528"/>
            <a:ext cx="1463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100">
                <a:solidFill>
                  <a:srgbClr val="131C29"/>
                </a:solidFill>
                <a:latin typeface="Arial"/>
              </a:rPr>
              <a:t>Intent +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25856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Context + history + routing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1828800"/>
            <a:ext cx="109728" cy="914400"/>
          </a:xfrm>
          <a:prstGeom prst="rect">
            <a:avLst/>
          </a:prstGeom>
          <a:solidFill>
            <a:srgbClr val="428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828800"/>
            <a:ext cx="1645920" cy="914400"/>
          </a:xfrm>
          <a:prstGeom prst="roundRect">
            <a:avLst/>
          </a:prstGeom>
          <a:solidFill>
            <a:srgbClr val="F2F6FA"/>
          </a:solidFill>
          <a:ln>
            <a:solidFill>
              <a:srgbClr val="CB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938528"/>
            <a:ext cx="1463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100">
                <a:solidFill>
                  <a:srgbClr val="131C29"/>
                </a:solidFill>
                <a:latin typeface="Arial"/>
              </a:rPr>
              <a:t>LangGraph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25856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Planning + orchestration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1828800"/>
            <a:ext cx="109728" cy="914400"/>
          </a:xfrm>
          <a:prstGeom prst="rect">
            <a:avLst/>
          </a:prstGeom>
          <a:solidFill>
            <a:srgbClr val="127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0" y="1828800"/>
            <a:ext cx="1645920" cy="914400"/>
          </a:xfrm>
          <a:prstGeom prst="roundRect">
            <a:avLst/>
          </a:prstGeom>
          <a:solidFill>
            <a:srgbClr val="F2F6FA"/>
          </a:solidFill>
          <a:ln>
            <a:solidFill>
              <a:srgbClr val="CB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938528"/>
            <a:ext cx="1463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100">
                <a:solidFill>
                  <a:srgbClr val="131C29"/>
                </a:solidFill>
                <a:latin typeface="Arial"/>
              </a:rPr>
              <a:t>Tool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25856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Tickets, employee, VPN, email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828800"/>
            <a:ext cx="109728" cy="914400"/>
          </a:xfrm>
          <a:prstGeom prst="rect">
            <a:avLst/>
          </a:prstGeom>
          <a:solidFill>
            <a:srgbClr val="E88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66960" y="1828800"/>
            <a:ext cx="1645920" cy="914400"/>
          </a:xfrm>
          <a:prstGeom prst="roundRect">
            <a:avLst/>
          </a:prstGeom>
          <a:solidFill>
            <a:srgbClr val="F2F6FA"/>
          </a:solidFill>
          <a:ln>
            <a:solidFill>
              <a:srgbClr val="CB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1938528"/>
            <a:ext cx="1463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100">
                <a:solidFill>
                  <a:srgbClr val="131C29"/>
                </a:solidFill>
                <a:latin typeface="Arial"/>
              </a:rPr>
              <a:t>Azure +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225856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OpenAI + SQLite + services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1828800"/>
            <a:ext cx="109728" cy="914400"/>
          </a:xfrm>
          <a:prstGeom prst="rect">
            <a:avLst/>
          </a:prstGeom>
          <a:solidFill>
            <a:srgbClr val="C54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2286000" y="2304288"/>
            <a:ext cx="457200" cy="164592"/>
          </a:xfrm>
          <a:prstGeom prst="rightArrow">
            <a:avLst/>
          </a:prstGeom>
          <a:solidFill>
            <a:srgbClr val="5A6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4389120" y="2304288"/>
            <a:ext cx="457200" cy="164592"/>
          </a:xfrm>
          <a:prstGeom prst="rightArrow">
            <a:avLst/>
          </a:prstGeom>
          <a:solidFill>
            <a:srgbClr val="5A6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7132320" y="2304288"/>
            <a:ext cx="457200" cy="164592"/>
          </a:xfrm>
          <a:prstGeom prst="rightArrow">
            <a:avLst/>
          </a:prstGeom>
          <a:solidFill>
            <a:srgbClr val="5A6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9784080" y="2304288"/>
            <a:ext cx="457200" cy="164592"/>
          </a:xfrm>
          <a:prstGeom prst="rightArrow">
            <a:avLst/>
          </a:prstGeom>
          <a:solidFill>
            <a:srgbClr val="5A6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297680"/>
            <a:ext cx="1078992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Outcome: The system coordinates user requests with enterprise data and operational actions while keeping role-based access and secure workflows in place.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" y="6510528"/>
            <a:ext cx="1179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Owner: Ajay Kumar | Email: helloajay21@gmail.com | Batch 1 | Project: AI Operations Assistant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F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300">
                <a:solidFill>
                  <a:srgbClr val="131C29"/>
                </a:solidFill>
                <a:latin typeface="Arial"/>
              </a:rPr>
              <a:t>Security &amp; Multi-User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A6778"/>
                </a:solidFill>
                <a:latin typeface="Arial"/>
              </a:rPr>
              <a:t>Role-based access with protected admin controls and safe user onboarding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212080" cy="4389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Secure authentication: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Login and signup flows for multiple users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Hashed passwords stored instead of plain text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Protected admin identity and controlled access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Self-service profile update for valid users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Password reset email flow with one-time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463040"/>
            <a:ext cx="5303520" cy="4389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Approval and governance: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Admin-only approval and rejection actions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Ticket creation, employee registration, and deletion approvals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Normal users are restricted from admin workflows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User visibility is controlled by current login and role context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Production-safe safeguards for employee and ticket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510528"/>
            <a:ext cx="1179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Owner: Ajay Kumar | Email: helloajay21@gmail.com | Batch 1 | Project: AI Operations Assistant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F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300">
                <a:solidFill>
                  <a:srgbClr val="131C29"/>
                </a:solidFill>
                <a:latin typeface="Arial"/>
              </a:rPr>
              <a:t>Core Operational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A6778"/>
                </a:solidFill>
                <a:latin typeface="Arial"/>
              </a:rPr>
              <a:t>Knowledge, ticketing, employee lifecycle, VPN and email actions in one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303520" cy="4389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Knowledge and support: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IT guidance lookup and knowledge retrieval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Employee and ticket-related queries from a single interface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Correct employee status and ticket visibility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Zero-ticket and org-wide status handling improvements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463040"/>
            <a:ext cx="5303520" cy="4389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Operational actions: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Ticket creation, lookup, and status tracking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Employee registration and DB persistence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Direct VPN setup email with password delivery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Password reset and approval email notifications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Support for real-world IT operations 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510528"/>
            <a:ext cx="1179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Owner: Ajay Kumar | Email: helloajay21@gmail.com | Batch 1 | Project: AI Operations Assistant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F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300">
                <a:solidFill>
                  <a:srgbClr val="131C29"/>
                </a:solidFill>
                <a:latin typeface="Arial"/>
              </a:rPr>
              <a:t>Admin Approval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A6778"/>
                </a:solidFill>
                <a:latin typeface="Arial"/>
              </a:rPr>
              <a:t>Controlled actions for tickets, onboarding, and employee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212080" cy="4114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Admin approval flow: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Requests are routed to the admin for decision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Approve or reject actions are executed through secure links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Ticket and employee changes are not allowed without approval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Admin controls protect the organization from accidental changes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Approval links work with Azure-hosted app URL for production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371600"/>
            <a:ext cx="5212080" cy="4114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Resolved issues: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Fixed stale EMP1025-only status behavior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Corrected employee lookup and ticket visibility logic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Prevented duplicate/incorrect employee mapping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Improved reliability of status checks across employees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Kept production workflows aligned with real business needs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510528"/>
            <a:ext cx="1179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Owner: Ajay Kumar | Email: helloajay21@gmail.com | Batch 1 | Project: AI Operations Assistant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F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300">
                <a:solidFill>
                  <a:srgbClr val="131C29"/>
                </a:solidFill>
                <a:latin typeface="Arial"/>
              </a:rPr>
              <a:t>Deployment &amp;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A6778"/>
                </a:solidFill>
                <a:latin typeface="Arial"/>
              </a:rPr>
              <a:t>GitHub-driven delivery to Microsoft Azure with secure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303520" cy="4389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GitHub and Azure integration: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Code pushed to GitHub repository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GitHub Actions builds and deploys the app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Docker image is created and containerized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Azure App Service updates the live deployment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App settings and secrets are kept in secure 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120640" cy="4389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Production readiness: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SMTP and VPN email settings only applied when present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Safe handling of secret values during deployment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Stable Azure hosting for the final IT support assistant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31C29"/>
                </a:solidFill>
                <a:latin typeface="Arial"/>
              </a:rPr>
              <a:t>? Reliable support experience for users and administrators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510528"/>
            <a:ext cx="1179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Owner: Ajay Kumar | Email: helloajay21@gmail.com | Batch 1 | Project: AI Operations Assistant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F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300">
                <a:solidFill>
                  <a:srgbClr val="131C29"/>
                </a:solidFill>
                <a:latin typeface="Arial"/>
              </a:rPr>
              <a:t>Results &amp;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A6778"/>
                </a:solidFill>
                <a:latin typeface="Arial"/>
              </a:rPr>
              <a:t>From AI-assisted support to a cloud-ready IT operations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The final solution delivers: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Secure multi-user login and password management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Admin-only approval and rejection controls across key workflows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Direct VPN setup email with password dispatch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Forgot-password reset with secure tokens and expiry handling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Correct employee and ticket visibility for all valid users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Azure CI/CD deployment with production-ready app settings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31C29"/>
                </a:solidFill>
                <a:latin typeface="Arial"/>
              </a:rPr>
              <a:t>? A complete AI IT support assistant ready for business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510528"/>
            <a:ext cx="1179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6778"/>
                </a:solidFill>
                <a:latin typeface="Arial"/>
              </a:rPr>
              <a:t>Owner: Ajay Kumar | Email: helloajay21@gmail.com | Batch 1 | Project: AI Operations Assistant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